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8" r:id="rId16"/>
    <p:sldId id="271" r:id="rId17"/>
    <p:sldId id="278" r:id="rId18"/>
    <p:sldId id="272" r:id="rId19"/>
    <p:sldId id="273" r:id="rId20"/>
    <p:sldId id="274" r:id="rId21"/>
    <p:sldId id="276" r:id="rId22"/>
    <p:sldId id="277" r:id="rId23"/>
    <p:sldId id="275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6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8.sv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11" Type="http://schemas.openxmlformats.org/officeDocument/2006/relationships/image" Target="../media/image97.png"/><Relationship Id="rId5" Type="http://schemas.openxmlformats.org/officeDocument/2006/relationships/image" Target="../media/image93.png"/><Relationship Id="rId10" Type="http://schemas.openxmlformats.org/officeDocument/2006/relationships/image" Target="../media/image30.svg"/><Relationship Id="rId4" Type="http://schemas.openxmlformats.org/officeDocument/2006/relationships/image" Target="../media/image92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8.sv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11" Type="http://schemas.openxmlformats.org/officeDocument/2006/relationships/image" Target="../media/image97.png"/><Relationship Id="rId5" Type="http://schemas.openxmlformats.org/officeDocument/2006/relationships/image" Target="../media/image93.png"/><Relationship Id="rId10" Type="http://schemas.openxmlformats.org/officeDocument/2006/relationships/image" Target="../media/image30.svg"/><Relationship Id="rId4" Type="http://schemas.openxmlformats.org/officeDocument/2006/relationships/image" Target="../media/image92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AAD19-53F8-4A27-98D1-E86ED06171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40E1AE-F19B-48C5-9F90-93F3DAA9AC66}">
      <dgm:prSet/>
      <dgm:spPr/>
      <dgm:t>
        <a:bodyPr/>
        <a:lstStyle/>
        <a:p>
          <a:r>
            <a:rPr lang="en-US" b="1"/>
            <a:t>Key Achievements:</a:t>
          </a:r>
          <a:endParaRPr lang="en-US"/>
        </a:p>
      </dgm:t>
    </dgm:pt>
    <dgm:pt modelId="{F10B7C1C-1A66-4148-8F40-522B179AF8A2}" type="parTrans" cxnId="{E8CD2F86-DA28-47CE-B621-5ECFFB10DA0F}">
      <dgm:prSet/>
      <dgm:spPr/>
      <dgm:t>
        <a:bodyPr/>
        <a:lstStyle/>
        <a:p>
          <a:endParaRPr lang="en-US"/>
        </a:p>
      </dgm:t>
    </dgm:pt>
    <dgm:pt modelId="{E857E9DF-AF22-4D66-8D05-E4CF509CFD42}" type="sibTrans" cxnId="{E8CD2F86-DA28-47CE-B621-5ECFFB10DA0F}">
      <dgm:prSet/>
      <dgm:spPr/>
      <dgm:t>
        <a:bodyPr/>
        <a:lstStyle/>
        <a:p>
          <a:endParaRPr lang="en-US"/>
        </a:p>
      </dgm:t>
    </dgm:pt>
    <dgm:pt modelId="{055E7806-63C1-4BD2-807F-612D882181E4}">
      <dgm:prSet/>
      <dgm:spPr/>
      <dgm:t>
        <a:bodyPr/>
        <a:lstStyle/>
        <a:p>
          <a:r>
            <a:rPr lang="en-US"/>
            <a:t>Verified both extractors completed end-to-end with Parquet outputs in /raw/tmdb/ and /raw/discogs/.</a:t>
          </a:r>
        </a:p>
      </dgm:t>
    </dgm:pt>
    <dgm:pt modelId="{50344D74-361D-4354-B1FB-C1F9D4522167}" type="parTrans" cxnId="{4194DFDF-EAC9-4E27-A895-D1A6716EFD19}">
      <dgm:prSet/>
      <dgm:spPr/>
      <dgm:t>
        <a:bodyPr/>
        <a:lstStyle/>
        <a:p>
          <a:endParaRPr lang="en-US"/>
        </a:p>
      </dgm:t>
    </dgm:pt>
    <dgm:pt modelId="{58F99AAB-45A3-456A-A299-69271AF94DE7}" type="sibTrans" cxnId="{4194DFDF-EAC9-4E27-A895-D1A6716EFD19}">
      <dgm:prSet/>
      <dgm:spPr/>
      <dgm:t>
        <a:bodyPr/>
        <a:lstStyle/>
        <a:p>
          <a:endParaRPr lang="en-US"/>
        </a:p>
      </dgm:t>
    </dgm:pt>
    <dgm:pt modelId="{4C762FCB-56CC-4790-8AE7-A6C0D8B2AAB0}">
      <dgm:prSet/>
      <dgm:spPr/>
      <dgm:t>
        <a:bodyPr/>
        <a:lstStyle/>
        <a:p>
          <a:r>
            <a:rPr lang="en-US"/>
            <a:t>Achieved approximately </a:t>
          </a:r>
          <a:r>
            <a:rPr lang="en-US" b="1"/>
            <a:t>3.5× faster runtime</a:t>
          </a:r>
          <a:r>
            <a:rPr lang="en-US"/>
            <a:t> and significantly higher I/O throughput on large datasets.</a:t>
          </a:r>
        </a:p>
      </dgm:t>
    </dgm:pt>
    <dgm:pt modelId="{53A2756F-8CD0-4977-AFE9-D058129D2777}" type="parTrans" cxnId="{308DE92E-1C82-4CAF-A0D9-6601ADDC906B}">
      <dgm:prSet/>
      <dgm:spPr/>
      <dgm:t>
        <a:bodyPr/>
        <a:lstStyle/>
        <a:p>
          <a:endParaRPr lang="en-US"/>
        </a:p>
      </dgm:t>
    </dgm:pt>
    <dgm:pt modelId="{AB868BC1-F324-46A5-83B9-EE34F3C8FD74}" type="sibTrans" cxnId="{308DE92E-1C82-4CAF-A0D9-6601ADDC906B}">
      <dgm:prSet/>
      <dgm:spPr/>
      <dgm:t>
        <a:bodyPr/>
        <a:lstStyle/>
        <a:p>
          <a:endParaRPr lang="en-US"/>
        </a:p>
      </dgm:t>
    </dgm:pt>
    <dgm:pt modelId="{AFE8937B-1060-4662-A0F2-437495447EFF}" type="pres">
      <dgm:prSet presAssocID="{418AAD19-53F8-4A27-98D1-E86ED0617131}" presName="root" presStyleCnt="0">
        <dgm:presLayoutVars>
          <dgm:dir/>
          <dgm:resizeHandles val="exact"/>
        </dgm:presLayoutVars>
      </dgm:prSet>
      <dgm:spPr/>
    </dgm:pt>
    <dgm:pt modelId="{71F9DDE4-3A31-479B-BED3-3CA0FB42EDA9}" type="pres">
      <dgm:prSet presAssocID="{4D40E1AE-F19B-48C5-9F90-93F3DAA9AC66}" presName="compNode" presStyleCnt="0"/>
      <dgm:spPr/>
    </dgm:pt>
    <dgm:pt modelId="{376C3B23-F7C3-4B3E-B335-C8B677E481FA}" type="pres">
      <dgm:prSet presAssocID="{4D40E1AE-F19B-48C5-9F90-93F3DAA9AC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FD2D6-BE72-4C5D-A9C6-785CBF844CF4}" type="pres">
      <dgm:prSet presAssocID="{4D40E1AE-F19B-48C5-9F90-93F3DAA9AC66}" presName="spaceRect" presStyleCnt="0"/>
      <dgm:spPr/>
    </dgm:pt>
    <dgm:pt modelId="{21A251B6-0DDB-4BD3-97D6-354B2676AC84}" type="pres">
      <dgm:prSet presAssocID="{4D40E1AE-F19B-48C5-9F90-93F3DAA9AC66}" presName="textRect" presStyleLbl="revTx" presStyleIdx="0" presStyleCnt="3">
        <dgm:presLayoutVars>
          <dgm:chMax val="1"/>
          <dgm:chPref val="1"/>
        </dgm:presLayoutVars>
      </dgm:prSet>
      <dgm:spPr/>
    </dgm:pt>
    <dgm:pt modelId="{D75A78AA-EB31-4FDF-9E1F-481C11407BE5}" type="pres">
      <dgm:prSet presAssocID="{E857E9DF-AF22-4D66-8D05-E4CF509CFD42}" presName="sibTrans" presStyleCnt="0"/>
      <dgm:spPr/>
    </dgm:pt>
    <dgm:pt modelId="{85905EED-5918-4B9A-9DFE-00E64258FE8A}" type="pres">
      <dgm:prSet presAssocID="{055E7806-63C1-4BD2-807F-612D882181E4}" presName="compNode" presStyleCnt="0"/>
      <dgm:spPr/>
    </dgm:pt>
    <dgm:pt modelId="{F1DDE64A-196E-48D2-8182-D5D3C79729FA}" type="pres">
      <dgm:prSet presAssocID="{055E7806-63C1-4BD2-807F-612D882181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00115F2-8B60-411C-BA1C-C8BB5191951D}" type="pres">
      <dgm:prSet presAssocID="{055E7806-63C1-4BD2-807F-612D882181E4}" presName="spaceRect" presStyleCnt="0"/>
      <dgm:spPr/>
    </dgm:pt>
    <dgm:pt modelId="{0EA1AA20-FBCB-401E-A171-00F46A418BA6}" type="pres">
      <dgm:prSet presAssocID="{055E7806-63C1-4BD2-807F-612D882181E4}" presName="textRect" presStyleLbl="revTx" presStyleIdx="1" presStyleCnt="3">
        <dgm:presLayoutVars>
          <dgm:chMax val="1"/>
          <dgm:chPref val="1"/>
        </dgm:presLayoutVars>
      </dgm:prSet>
      <dgm:spPr/>
    </dgm:pt>
    <dgm:pt modelId="{BC4AE067-2457-4A1F-9A98-80B3F43D5244}" type="pres">
      <dgm:prSet presAssocID="{58F99AAB-45A3-456A-A299-69271AF94DE7}" presName="sibTrans" presStyleCnt="0"/>
      <dgm:spPr/>
    </dgm:pt>
    <dgm:pt modelId="{428E9964-63E5-46F2-83AC-EDB7BD9AAF27}" type="pres">
      <dgm:prSet presAssocID="{4C762FCB-56CC-4790-8AE7-A6C0D8B2AAB0}" presName="compNode" presStyleCnt="0"/>
      <dgm:spPr/>
    </dgm:pt>
    <dgm:pt modelId="{DE354F38-292F-4AE3-814A-3C7E2DEE4F1B}" type="pres">
      <dgm:prSet presAssocID="{4C762FCB-56CC-4790-8AE7-A6C0D8B2AA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836BB0-9259-425B-814B-61FBCE6429FB}" type="pres">
      <dgm:prSet presAssocID="{4C762FCB-56CC-4790-8AE7-A6C0D8B2AAB0}" presName="spaceRect" presStyleCnt="0"/>
      <dgm:spPr/>
    </dgm:pt>
    <dgm:pt modelId="{B5DD8300-092D-40CC-B50C-977582A0ABCD}" type="pres">
      <dgm:prSet presAssocID="{4C762FCB-56CC-4790-8AE7-A6C0D8B2AA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83682D-0E01-45D6-B4AC-B6CCEB65D8D4}" type="presOf" srcId="{4D40E1AE-F19B-48C5-9F90-93F3DAA9AC66}" destId="{21A251B6-0DDB-4BD3-97D6-354B2676AC84}" srcOrd="0" destOrd="0" presId="urn:microsoft.com/office/officeart/2018/2/layout/IconLabelList"/>
    <dgm:cxn modelId="{308DE92E-1C82-4CAF-A0D9-6601ADDC906B}" srcId="{418AAD19-53F8-4A27-98D1-E86ED0617131}" destId="{4C762FCB-56CC-4790-8AE7-A6C0D8B2AAB0}" srcOrd="2" destOrd="0" parTransId="{53A2756F-8CD0-4977-AFE9-D058129D2777}" sibTransId="{AB868BC1-F324-46A5-83B9-EE34F3C8FD74}"/>
    <dgm:cxn modelId="{025C4367-348D-4F3B-86D1-3D8C76D3B699}" type="presOf" srcId="{055E7806-63C1-4BD2-807F-612D882181E4}" destId="{0EA1AA20-FBCB-401E-A171-00F46A418BA6}" srcOrd="0" destOrd="0" presId="urn:microsoft.com/office/officeart/2018/2/layout/IconLabelList"/>
    <dgm:cxn modelId="{E8CD2F86-DA28-47CE-B621-5ECFFB10DA0F}" srcId="{418AAD19-53F8-4A27-98D1-E86ED0617131}" destId="{4D40E1AE-F19B-48C5-9F90-93F3DAA9AC66}" srcOrd="0" destOrd="0" parTransId="{F10B7C1C-1A66-4148-8F40-522B179AF8A2}" sibTransId="{E857E9DF-AF22-4D66-8D05-E4CF509CFD42}"/>
    <dgm:cxn modelId="{854635CA-598D-4387-A7DD-F7A06D5C5B90}" type="presOf" srcId="{418AAD19-53F8-4A27-98D1-E86ED0617131}" destId="{AFE8937B-1060-4662-A0F2-437495447EFF}" srcOrd="0" destOrd="0" presId="urn:microsoft.com/office/officeart/2018/2/layout/IconLabelList"/>
    <dgm:cxn modelId="{4194DFDF-EAC9-4E27-A895-D1A6716EFD19}" srcId="{418AAD19-53F8-4A27-98D1-E86ED0617131}" destId="{055E7806-63C1-4BD2-807F-612D882181E4}" srcOrd="1" destOrd="0" parTransId="{50344D74-361D-4354-B1FB-C1F9D4522167}" sibTransId="{58F99AAB-45A3-456A-A299-69271AF94DE7}"/>
    <dgm:cxn modelId="{5E3755F9-76F7-472F-8281-68CED613CE5A}" type="presOf" srcId="{4C762FCB-56CC-4790-8AE7-A6C0D8B2AAB0}" destId="{B5DD8300-092D-40CC-B50C-977582A0ABCD}" srcOrd="0" destOrd="0" presId="urn:microsoft.com/office/officeart/2018/2/layout/IconLabelList"/>
    <dgm:cxn modelId="{87E195B5-45BC-4672-B413-21D87079AA62}" type="presParOf" srcId="{AFE8937B-1060-4662-A0F2-437495447EFF}" destId="{71F9DDE4-3A31-479B-BED3-3CA0FB42EDA9}" srcOrd="0" destOrd="0" presId="urn:microsoft.com/office/officeart/2018/2/layout/IconLabelList"/>
    <dgm:cxn modelId="{395578D4-8A58-4635-9B2D-497F8A515D2C}" type="presParOf" srcId="{71F9DDE4-3A31-479B-BED3-3CA0FB42EDA9}" destId="{376C3B23-F7C3-4B3E-B335-C8B677E481FA}" srcOrd="0" destOrd="0" presId="urn:microsoft.com/office/officeart/2018/2/layout/IconLabelList"/>
    <dgm:cxn modelId="{6540AB39-CBA1-4837-8FFE-6E3FD237C72D}" type="presParOf" srcId="{71F9DDE4-3A31-479B-BED3-3CA0FB42EDA9}" destId="{EB3FD2D6-BE72-4C5D-A9C6-785CBF844CF4}" srcOrd="1" destOrd="0" presId="urn:microsoft.com/office/officeart/2018/2/layout/IconLabelList"/>
    <dgm:cxn modelId="{5C337C2F-5DD0-46DD-B614-BAB08874377A}" type="presParOf" srcId="{71F9DDE4-3A31-479B-BED3-3CA0FB42EDA9}" destId="{21A251B6-0DDB-4BD3-97D6-354B2676AC84}" srcOrd="2" destOrd="0" presId="urn:microsoft.com/office/officeart/2018/2/layout/IconLabelList"/>
    <dgm:cxn modelId="{06DE65D6-91D3-4856-8307-A05A7F9B449C}" type="presParOf" srcId="{AFE8937B-1060-4662-A0F2-437495447EFF}" destId="{D75A78AA-EB31-4FDF-9E1F-481C11407BE5}" srcOrd="1" destOrd="0" presId="urn:microsoft.com/office/officeart/2018/2/layout/IconLabelList"/>
    <dgm:cxn modelId="{CE3EE172-7C3F-416F-AC64-50801D5704DB}" type="presParOf" srcId="{AFE8937B-1060-4662-A0F2-437495447EFF}" destId="{85905EED-5918-4B9A-9DFE-00E64258FE8A}" srcOrd="2" destOrd="0" presId="urn:microsoft.com/office/officeart/2018/2/layout/IconLabelList"/>
    <dgm:cxn modelId="{5CED716A-E2B2-448C-BC2F-F002D9F52EF5}" type="presParOf" srcId="{85905EED-5918-4B9A-9DFE-00E64258FE8A}" destId="{F1DDE64A-196E-48D2-8182-D5D3C79729FA}" srcOrd="0" destOrd="0" presId="urn:microsoft.com/office/officeart/2018/2/layout/IconLabelList"/>
    <dgm:cxn modelId="{19C83EE2-647D-406C-8F18-F611E8BE8930}" type="presParOf" srcId="{85905EED-5918-4B9A-9DFE-00E64258FE8A}" destId="{500115F2-8B60-411C-BA1C-C8BB5191951D}" srcOrd="1" destOrd="0" presId="urn:microsoft.com/office/officeart/2018/2/layout/IconLabelList"/>
    <dgm:cxn modelId="{9E5D3FBD-9B6A-4132-8EAB-8963C6E06FE8}" type="presParOf" srcId="{85905EED-5918-4B9A-9DFE-00E64258FE8A}" destId="{0EA1AA20-FBCB-401E-A171-00F46A418BA6}" srcOrd="2" destOrd="0" presId="urn:microsoft.com/office/officeart/2018/2/layout/IconLabelList"/>
    <dgm:cxn modelId="{9E2A13BA-9BE6-424E-8A4B-78D098DE08B5}" type="presParOf" srcId="{AFE8937B-1060-4662-A0F2-437495447EFF}" destId="{BC4AE067-2457-4A1F-9A98-80B3F43D5244}" srcOrd="3" destOrd="0" presId="urn:microsoft.com/office/officeart/2018/2/layout/IconLabelList"/>
    <dgm:cxn modelId="{2D8B735D-BE91-48DA-A61C-FB7340F2F193}" type="presParOf" srcId="{AFE8937B-1060-4662-A0F2-437495447EFF}" destId="{428E9964-63E5-46F2-83AC-EDB7BD9AAF27}" srcOrd="4" destOrd="0" presId="urn:microsoft.com/office/officeart/2018/2/layout/IconLabelList"/>
    <dgm:cxn modelId="{DEB0FDAE-F34B-4682-8F7A-215B7C2C96ED}" type="presParOf" srcId="{428E9964-63E5-46F2-83AC-EDB7BD9AAF27}" destId="{DE354F38-292F-4AE3-814A-3C7E2DEE4F1B}" srcOrd="0" destOrd="0" presId="urn:microsoft.com/office/officeart/2018/2/layout/IconLabelList"/>
    <dgm:cxn modelId="{80C94696-BC09-4B51-A560-B70BF96812E2}" type="presParOf" srcId="{428E9964-63E5-46F2-83AC-EDB7BD9AAF27}" destId="{6C836BB0-9259-425B-814B-61FBCE6429FB}" srcOrd="1" destOrd="0" presId="urn:microsoft.com/office/officeart/2018/2/layout/IconLabelList"/>
    <dgm:cxn modelId="{5D6F4AC9-1674-48F0-B00B-2380B732B3BA}" type="presParOf" srcId="{428E9964-63E5-46F2-83AC-EDB7BD9AAF27}" destId="{B5DD8300-092D-40CC-B50C-977582A0AB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34869-E721-4119-A36C-7155D29A2A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0EEFA7-84B3-4738-9076-47FF7CFDA74A}">
      <dgm:prSet/>
      <dgm:spPr/>
      <dgm:t>
        <a:bodyPr/>
        <a:lstStyle/>
        <a:p>
          <a:r>
            <a:rPr lang="en-US" b="1"/>
            <a:t>Cluster Configuration:</a:t>
          </a:r>
          <a:endParaRPr lang="en-US"/>
        </a:p>
      </dgm:t>
    </dgm:pt>
    <dgm:pt modelId="{01596D0F-63AB-4B70-AF23-BA6FAD9C1678}" type="parTrans" cxnId="{A1580E78-82E9-4CDD-AFA2-82CBC1510CF7}">
      <dgm:prSet/>
      <dgm:spPr/>
      <dgm:t>
        <a:bodyPr/>
        <a:lstStyle/>
        <a:p>
          <a:endParaRPr lang="en-US"/>
        </a:p>
      </dgm:t>
    </dgm:pt>
    <dgm:pt modelId="{AC4FA775-E670-4100-A0B2-0F812FB82989}" type="sibTrans" cxnId="{A1580E78-82E9-4CDD-AFA2-82CBC1510CF7}">
      <dgm:prSet/>
      <dgm:spPr/>
      <dgm:t>
        <a:bodyPr/>
        <a:lstStyle/>
        <a:p>
          <a:endParaRPr lang="en-US"/>
        </a:p>
      </dgm:t>
    </dgm:pt>
    <dgm:pt modelId="{DDD67617-EC6D-4D33-9901-2403BE9AD819}">
      <dgm:prSet/>
      <dgm:spPr/>
      <dgm:t>
        <a:bodyPr/>
        <a:lstStyle/>
        <a:p>
          <a:r>
            <a:rPr lang="en-US" b="1"/>
            <a:t>Cluster Name:</a:t>
          </a:r>
          <a:r>
            <a:rPr lang="en-US"/>
            <a:t> capstone-blob-cluster</a:t>
          </a:r>
        </a:p>
      </dgm:t>
    </dgm:pt>
    <dgm:pt modelId="{33CC0712-5CF9-482C-A620-BB16ED37C0CE}" type="parTrans" cxnId="{9A1633FB-53A5-4412-816A-5F36586522A6}">
      <dgm:prSet/>
      <dgm:spPr/>
      <dgm:t>
        <a:bodyPr/>
        <a:lstStyle/>
        <a:p>
          <a:endParaRPr lang="en-US"/>
        </a:p>
      </dgm:t>
    </dgm:pt>
    <dgm:pt modelId="{F51515FA-1F79-42F4-BAE2-0DAB9B721B06}" type="sibTrans" cxnId="{9A1633FB-53A5-4412-816A-5F36586522A6}">
      <dgm:prSet/>
      <dgm:spPr/>
      <dgm:t>
        <a:bodyPr/>
        <a:lstStyle/>
        <a:p>
          <a:endParaRPr lang="en-US"/>
        </a:p>
      </dgm:t>
    </dgm:pt>
    <dgm:pt modelId="{CD464711-5E03-4FD0-B50B-49C61FF4EB69}">
      <dgm:prSet/>
      <dgm:spPr/>
      <dgm:t>
        <a:bodyPr/>
        <a:lstStyle/>
        <a:p>
          <a:r>
            <a:rPr lang="en-US" b="1"/>
            <a:t>Runtime:</a:t>
          </a:r>
          <a:r>
            <a:rPr lang="en-US"/>
            <a:t> Databricks 14.3 LTS (Photon + Scala 2.12)</a:t>
          </a:r>
        </a:p>
      </dgm:t>
    </dgm:pt>
    <dgm:pt modelId="{8C181A21-D5D2-42A4-91AB-9456F935384C}" type="parTrans" cxnId="{D8D21922-8269-4B10-90FA-751C182176AB}">
      <dgm:prSet/>
      <dgm:spPr/>
      <dgm:t>
        <a:bodyPr/>
        <a:lstStyle/>
        <a:p>
          <a:endParaRPr lang="en-US"/>
        </a:p>
      </dgm:t>
    </dgm:pt>
    <dgm:pt modelId="{40B4C0A7-3BDE-4BBB-8F91-3FFCFC827B71}" type="sibTrans" cxnId="{D8D21922-8269-4B10-90FA-751C182176AB}">
      <dgm:prSet/>
      <dgm:spPr/>
      <dgm:t>
        <a:bodyPr/>
        <a:lstStyle/>
        <a:p>
          <a:endParaRPr lang="en-US"/>
        </a:p>
      </dgm:t>
    </dgm:pt>
    <dgm:pt modelId="{2BBEFD58-41ED-423A-80C2-2D8B28CD27B8}">
      <dgm:prSet/>
      <dgm:spPr/>
      <dgm:t>
        <a:bodyPr/>
        <a:lstStyle/>
        <a:p>
          <a:r>
            <a:rPr lang="en-US" b="1"/>
            <a:t>Node Type:</a:t>
          </a:r>
          <a:r>
            <a:rPr lang="en-US"/>
            <a:t> Standard_DS3_v2 (driver + workers)</a:t>
          </a:r>
        </a:p>
      </dgm:t>
    </dgm:pt>
    <dgm:pt modelId="{04D61D68-2FBF-40B3-BF7F-BC4E82C13783}" type="parTrans" cxnId="{133C783B-AF12-48A8-8491-A62239322DB0}">
      <dgm:prSet/>
      <dgm:spPr/>
      <dgm:t>
        <a:bodyPr/>
        <a:lstStyle/>
        <a:p>
          <a:endParaRPr lang="en-US"/>
        </a:p>
      </dgm:t>
    </dgm:pt>
    <dgm:pt modelId="{85717CC7-D892-4421-9EBC-17CB4C6B2274}" type="sibTrans" cxnId="{133C783B-AF12-48A8-8491-A62239322DB0}">
      <dgm:prSet/>
      <dgm:spPr/>
      <dgm:t>
        <a:bodyPr/>
        <a:lstStyle/>
        <a:p>
          <a:endParaRPr lang="en-US"/>
        </a:p>
      </dgm:t>
    </dgm:pt>
    <dgm:pt modelId="{65B78334-BA1B-4249-A7C2-209984444FAC}">
      <dgm:prSet/>
      <dgm:spPr/>
      <dgm:t>
        <a:bodyPr/>
        <a:lstStyle/>
        <a:p>
          <a:r>
            <a:rPr lang="en-US" b="1"/>
            <a:t>Autoscaling:</a:t>
          </a:r>
          <a:r>
            <a:rPr lang="en-US"/>
            <a:t> Enabled (1–3 nodes)</a:t>
          </a:r>
        </a:p>
      </dgm:t>
    </dgm:pt>
    <dgm:pt modelId="{85A31DCF-DED5-436F-A14C-CD28B8846863}" type="parTrans" cxnId="{910A4B9E-6084-4224-B3DF-445C309E52A4}">
      <dgm:prSet/>
      <dgm:spPr/>
      <dgm:t>
        <a:bodyPr/>
        <a:lstStyle/>
        <a:p>
          <a:endParaRPr lang="en-US"/>
        </a:p>
      </dgm:t>
    </dgm:pt>
    <dgm:pt modelId="{EF85F3C9-187F-495D-8F60-EBDE66C1C23E}" type="sibTrans" cxnId="{910A4B9E-6084-4224-B3DF-445C309E52A4}">
      <dgm:prSet/>
      <dgm:spPr/>
      <dgm:t>
        <a:bodyPr/>
        <a:lstStyle/>
        <a:p>
          <a:endParaRPr lang="en-US"/>
        </a:p>
      </dgm:t>
    </dgm:pt>
    <dgm:pt modelId="{EFFCCEB2-D794-4F92-B42C-B78F442A7FE1}">
      <dgm:prSet/>
      <dgm:spPr/>
      <dgm:t>
        <a:bodyPr/>
        <a:lstStyle/>
        <a:p>
          <a:r>
            <a:rPr lang="en-US" b="1"/>
            <a:t>Storage:</a:t>
          </a:r>
          <a:r>
            <a:rPr lang="en-US"/>
            <a:t> External ADLS Gen2 container markcapstoneadls/raw</a:t>
          </a:r>
        </a:p>
      </dgm:t>
    </dgm:pt>
    <dgm:pt modelId="{0D6381C3-8696-41F7-9264-D3161F94FDC3}" type="parTrans" cxnId="{6E98788F-4CF8-493C-9919-43183AEEA213}">
      <dgm:prSet/>
      <dgm:spPr/>
      <dgm:t>
        <a:bodyPr/>
        <a:lstStyle/>
        <a:p>
          <a:endParaRPr lang="en-US"/>
        </a:p>
      </dgm:t>
    </dgm:pt>
    <dgm:pt modelId="{4C7F0AC7-B63B-40A8-A2C2-E86549DD6524}" type="sibTrans" cxnId="{6E98788F-4CF8-493C-9919-43183AEEA213}">
      <dgm:prSet/>
      <dgm:spPr/>
      <dgm:t>
        <a:bodyPr/>
        <a:lstStyle/>
        <a:p>
          <a:endParaRPr lang="en-US"/>
        </a:p>
      </dgm:t>
    </dgm:pt>
    <dgm:pt modelId="{3E4ECBC3-ADA0-4E41-81E9-36F49774A588}">
      <dgm:prSet/>
      <dgm:spPr/>
      <dgm:t>
        <a:bodyPr/>
        <a:lstStyle/>
        <a:p>
          <a:r>
            <a:rPr lang="en-US" b="1"/>
            <a:t>Authentication:</a:t>
          </a:r>
          <a:r>
            <a:rPr lang="en-US"/>
            <a:t> Managed Identity (markcapstoneadls_credential) validated for all access modes.</a:t>
          </a:r>
        </a:p>
      </dgm:t>
    </dgm:pt>
    <dgm:pt modelId="{03F99004-A28A-4374-9D13-623FC77AC8FA}" type="parTrans" cxnId="{05638281-5666-4DED-9EB9-21C3B4444642}">
      <dgm:prSet/>
      <dgm:spPr/>
      <dgm:t>
        <a:bodyPr/>
        <a:lstStyle/>
        <a:p>
          <a:endParaRPr lang="en-US"/>
        </a:p>
      </dgm:t>
    </dgm:pt>
    <dgm:pt modelId="{C762AEC9-510E-413C-9EF1-396E11C3138E}" type="sibTrans" cxnId="{05638281-5666-4DED-9EB9-21C3B4444642}">
      <dgm:prSet/>
      <dgm:spPr/>
      <dgm:t>
        <a:bodyPr/>
        <a:lstStyle/>
        <a:p>
          <a:endParaRPr lang="en-US"/>
        </a:p>
      </dgm:t>
    </dgm:pt>
    <dgm:pt modelId="{C1B54D14-C203-4921-B933-54AD10E109C4}" type="pres">
      <dgm:prSet presAssocID="{8EE34869-E721-4119-A36C-7155D29A2A6C}" presName="root" presStyleCnt="0">
        <dgm:presLayoutVars>
          <dgm:dir/>
          <dgm:resizeHandles val="exact"/>
        </dgm:presLayoutVars>
      </dgm:prSet>
      <dgm:spPr/>
    </dgm:pt>
    <dgm:pt modelId="{A3CEBEEA-A738-43BB-AFFE-84447E46C6C2}" type="pres">
      <dgm:prSet presAssocID="{6C0EEFA7-84B3-4738-9076-47FF7CFDA74A}" presName="compNode" presStyleCnt="0"/>
      <dgm:spPr/>
    </dgm:pt>
    <dgm:pt modelId="{5433EC3A-E536-42D5-B942-0DD376D6DFD3}" type="pres">
      <dgm:prSet presAssocID="{6C0EEFA7-84B3-4738-9076-47FF7CFDA74A}" presName="bgRect" presStyleLbl="bgShp" presStyleIdx="0" presStyleCnt="7"/>
      <dgm:spPr/>
    </dgm:pt>
    <dgm:pt modelId="{5DAAB07A-99C8-422C-AA55-256A5C346127}" type="pres">
      <dgm:prSet presAssocID="{6C0EEFA7-84B3-4738-9076-47FF7CFDA7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DDA8B-4B9B-4BDD-AB7A-DE2C145E85E4}" type="pres">
      <dgm:prSet presAssocID="{6C0EEFA7-84B3-4738-9076-47FF7CFDA74A}" presName="spaceRect" presStyleCnt="0"/>
      <dgm:spPr/>
    </dgm:pt>
    <dgm:pt modelId="{62897AF0-D03C-43A0-9E68-05B79D3C23C0}" type="pres">
      <dgm:prSet presAssocID="{6C0EEFA7-84B3-4738-9076-47FF7CFDA74A}" presName="parTx" presStyleLbl="revTx" presStyleIdx="0" presStyleCnt="7">
        <dgm:presLayoutVars>
          <dgm:chMax val="0"/>
          <dgm:chPref val="0"/>
        </dgm:presLayoutVars>
      </dgm:prSet>
      <dgm:spPr/>
    </dgm:pt>
    <dgm:pt modelId="{2307EA8D-716C-4284-8D3C-2B7E45A7C35E}" type="pres">
      <dgm:prSet presAssocID="{AC4FA775-E670-4100-A0B2-0F812FB82989}" presName="sibTrans" presStyleCnt="0"/>
      <dgm:spPr/>
    </dgm:pt>
    <dgm:pt modelId="{95D102D7-7B3C-4887-851E-5153DF03A783}" type="pres">
      <dgm:prSet presAssocID="{DDD67617-EC6D-4D33-9901-2403BE9AD819}" presName="compNode" presStyleCnt="0"/>
      <dgm:spPr/>
    </dgm:pt>
    <dgm:pt modelId="{BE71159B-16C9-47A2-BD93-F003ADF04BA1}" type="pres">
      <dgm:prSet presAssocID="{DDD67617-EC6D-4D33-9901-2403BE9AD819}" presName="bgRect" presStyleLbl="bgShp" presStyleIdx="1" presStyleCnt="7"/>
      <dgm:spPr/>
    </dgm:pt>
    <dgm:pt modelId="{E90CC7F9-9D21-4483-8717-589CE971DE2F}" type="pres">
      <dgm:prSet presAssocID="{DDD67617-EC6D-4D33-9901-2403BE9AD81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5DB24FF7-A5EC-44E4-84F2-6023F465B8E9}" type="pres">
      <dgm:prSet presAssocID="{DDD67617-EC6D-4D33-9901-2403BE9AD819}" presName="spaceRect" presStyleCnt="0"/>
      <dgm:spPr/>
    </dgm:pt>
    <dgm:pt modelId="{FD39409C-5585-435E-992D-A8D6221C11BD}" type="pres">
      <dgm:prSet presAssocID="{DDD67617-EC6D-4D33-9901-2403BE9AD819}" presName="parTx" presStyleLbl="revTx" presStyleIdx="1" presStyleCnt="7">
        <dgm:presLayoutVars>
          <dgm:chMax val="0"/>
          <dgm:chPref val="0"/>
        </dgm:presLayoutVars>
      </dgm:prSet>
      <dgm:spPr/>
    </dgm:pt>
    <dgm:pt modelId="{44B8E724-1EED-4012-AE9A-0E945F18D377}" type="pres">
      <dgm:prSet presAssocID="{F51515FA-1F79-42F4-BAE2-0DAB9B721B06}" presName="sibTrans" presStyleCnt="0"/>
      <dgm:spPr/>
    </dgm:pt>
    <dgm:pt modelId="{F15DD179-DB2F-4077-B508-8F9F2E34ADB1}" type="pres">
      <dgm:prSet presAssocID="{CD464711-5E03-4FD0-B50B-49C61FF4EB69}" presName="compNode" presStyleCnt="0"/>
      <dgm:spPr/>
    </dgm:pt>
    <dgm:pt modelId="{32379A34-09CC-4F5C-B227-72C0FA26349C}" type="pres">
      <dgm:prSet presAssocID="{CD464711-5E03-4FD0-B50B-49C61FF4EB69}" presName="bgRect" presStyleLbl="bgShp" presStyleIdx="2" presStyleCnt="7"/>
      <dgm:spPr/>
    </dgm:pt>
    <dgm:pt modelId="{18EE1508-5C93-4FC5-A355-B0F23D5F4CB3}" type="pres">
      <dgm:prSet presAssocID="{CD464711-5E03-4FD0-B50B-49C61FF4EB6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1C837FCA-257E-48BE-A48A-8FABFEDE0939}" type="pres">
      <dgm:prSet presAssocID="{CD464711-5E03-4FD0-B50B-49C61FF4EB69}" presName="spaceRect" presStyleCnt="0"/>
      <dgm:spPr/>
    </dgm:pt>
    <dgm:pt modelId="{3C731401-B255-4C3A-A12F-3230313BE68C}" type="pres">
      <dgm:prSet presAssocID="{CD464711-5E03-4FD0-B50B-49C61FF4EB69}" presName="parTx" presStyleLbl="revTx" presStyleIdx="2" presStyleCnt="7">
        <dgm:presLayoutVars>
          <dgm:chMax val="0"/>
          <dgm:chPref val="0"/>
        </dgm:presLayoutVars>
      </dgm:prSet>
      <dgm:spPr/>
    </dgm:pt>
    <dgm:pt modelId="{822F603E-20E8-4E45-8824-D48FFAD858DE}" type="pres">
      <dgm:prSet presAssocID="{40B4C0A7-3BDE-4BBB-8F91-3FFCFC827B71}" presName="sibTrans" presStyleCnt="0"/>
      <dgm:spPr/>
    </dgm:pt>
    <dgm:pt modelId="{9ACE01A6-88C7-4381-8D80-E28D93094099}" type="pres">
      <dgm:prSet presAssocID="{2BBEFD58-41ED-423A-80C2-2D8B28CD27B8}" presName="compNode" presStyleCnt="0"/>
      <dgm:spPr/>
    </dgm:pt>
    <dgm:pt modelId="{CB62D9DE-2319-4B0D-8D2B-B1B12B706D56}" type="pres">
      <dgm:prSet presAssocID="{2BBEFD58-41ED-423A-80C2-2D8B28CD27B8}" presName="bgRect" presStyleLbl="bgShp" presStyleIdx="3" presStyleCnt="7"/>
      <dgm:spPr/>
    </dgm:pt>
    <dgm:pt modelId="{6B27825C-7947-4CCC-9C15-1C7A4A7765CD}" type="pres">
      <dgm:prSet presAssocID="{2BBEFD58-41ED-423A-80C2-2D8B28CD27B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0F3622F-B0E9-4A9F-8D31-8749C0A971A3}" type="pres">
      <dgm:prSet presAssocID="{2BBEFD58-41ED-423A-80C2-2D8B28CD27B8}" presName="spaceRect" presStyleCnt="0"/>
      <dgm:spPr/>
    </dgm:pt>
    <dgm:pt modelId="{2194A3E9-3E9D-4646-B21E-7B73FDA0B19A}" type="pres">
      <dgm:prSet presAssocID="{2BBEFD58-41ED-423A-80C2-2D8B28CD27B8}" presName="parTx" presStyleLbl="revTx" presStyleIdx="3" presStyleCnt="7">
        <dgm:presLayoutVars>
          <dgm:chMax val="0"/>
          <dgm:chPref val="0"/>
        </dgm:presLayoutVars>
      </dgm:prSet>
      <dgm:spPr/>
    </dgm:pt>
    <dgm:pt modelId="{FF454242-1F34-4E3F-9B36-2827D00C061F}" type="pres">
      <dgm:prSet presAssocID="{85717CC7-D892-4421-9EBC-17CB4C6B2274}" presName="sibTrans" presStyleCnt="0"/>
      <dgm:spPr/>
    </dgm:pt>
    <dgm:pt modelId="{A2648DF8-62E9-4B76-88C6-6AED8D2C01E4}" type="pres">
      <dgm:prSet presAssocID="{65B78334-BA1B-4249-A7C2-209984444FAC}" presName="compNode" presStyleCnt="0"/>
      <dgm:spPr/>
    </dgm:pt>
    <dgm:pt modelId="{2E06AFEF-AF9E-48E5-ABD9-E7CE03365A60}" type="pres">
      <dgm:prSet presAssocID="{65B78334-BA1B-4249-A7C2-209984444FAC}" presName="bgRect" presStyleLbl="bgShp" presStyleIdx="4" presStyleCnt="7"/>
      <dgm:spPr/>
    </dgm:pt>
    <dgm:pt modelId="{938E296C-2964-451F-ACC9-1A27A604EB0F}" type="pres">
      <dgm:prSet presAssocID="{65B78334-BA1B-4249-A7C2-209984444FA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C174F53-F4C1-4735-98D2-A5B98E931A57}" type="pres">
      <dgm:prSet presAssocID="{65B78334-BA1B-4249-A7C2-209984444FAC}" presName="spaceRect" presStyleCnt="0"/>
      <dgm:spPr/>
    </dgm:pt>
    <dgm:pt modelId="{0B235491-A213-4060-9E7A-E3FD5F890FDD}" type="pres">
      <dgm:prSet presAssocID="{65B78334-BA1B-4249-A7C2-209984444FAC}" presName="parTx" presStyleLbl="revTx" presStyleIdx="4" presStyleCnt="7">
        <dgm:presLayoutVars>
          <dgm:chMax val="0"/>
          <dgm:chPref val="0"/>
        </dgm:presLayoutVars>
      </dgm:prSet>
      <dgm:spPr/>
    </dgm:pt>
    <dgm:pt modelId="{17C9BD8B-88B6-4F10-A29E-18E2171C2CF2}" type="pres">
      <dgm:prSet presAssocID="{EF85F3C9-187F-495D-8F60-EBDE66C1C23E}" presName="sibTrans" presStyleCnt="0"/>
      <dgm:spPr/>
    </dgm:pt>
    <dgm:pt modelId="{E8EFC96F-24DE-418F-A4D9-11E0A6D0978B}" type="pres">
      <dgm:prSet presAssocID="{EFFCCEB2-D794-4F92-B42C-B78F442A7FE1}" presName="compNode" presStyleCnt="0"/>
      <dgm:spPr/>
    </dgm:pt>
    <dgm:pt modelId="{A09F5F5F-0932-473E-A011-70BC0E6BFBAD}" type="pres">
      <dgm:prSet presAssocID="{EFFCCEB2-D794-4F92-B42C-B78F442A7FE1}" presName="bgRect" presStyleLbl="bgShp" presStyleIdx="5" presStyleCnt="7"/>
      <dgm:spPr/>
    </dgm:pt>
    <dgm:pt modelId="{4FE1669D-6CBF-4B1A-96AA-1025B8650DB5}" type="pres">
      <dgm:prSet presAssocID="{EFFCCEB2-D794-4F92-B42C-B78F442A7FE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7C4CD72-A80D-4BC9-B956-B864ED85226E}" type="pres">
      <dgm:prSet presAssocID="{EFFCCEB2-D794-4F92-B42C-B78F442A7FE1}" presName="spaceRect" presStyleCnt="0"/>
      <dgm:spPr/>
    </dgm:pt>
    <dgm:pt modelId="{7F1FD11D-9FAC-47E2-91B1-8862EADE401A}" type="pres">
      <dgm:prSet presAssocID="{EFFCCEB2-D794-4F92-B42C-B78F442A7FE1}" presName="parTx" presStyleLbl="revTx" presStyleIdx="5" presStyleCnt="7">
        <dgm:presLayoutVars>
          <dgm:chMax val="0"/>
          <dgm:chPref val="0"/>
        </dgm:presLayoutVars>
      </dgm:prSet>
      <dgm:spPr/>
    </dgm:pt>
    <dgm:pt modelId="{F35EAABE-333E-41FE-895E-ED187A64847E}" type="pres">
      <dgm:prSet presAssocID="{4C7F0AC7-B63B-40A8-A2C2-E86549DD6524}" presName="sibTrans" presStyleCnt="0"/>
      <dgm:spPr/>
    </dgm:pt>
    <dgm:pt modelId="{22A0B7A9-1A79-4CF1-915D-445FADBDDE17}" type="pres">
      <dgm:prSet presAssocID="{3E4ECBC3-ADA0-4E41-81E9-36F49774A588}" presName="compNode" presStyleCnt="0"/>
      <dgm:spPr/>
    </dgm:pt>
    <dgm:pt modelId="{F1CD9860-9786-48BE-98D2-F31F77CB64C0}" type="pres">
      <dgm:prSet presAssocID="{3E4ECBC3-ADA0-4E41-81E9-36F49774A588}" presName="bgRect" presStyleLbl="bgShp" presStyleIdx="6" presStyleCnt="7"/>
      <dgm:spPr/>
    </dgm:pt>
    <dgm:pt modelId="{B9529C36-2F1B-4F7E-B696-52298B6DD3BB}" type="pres">
      <dgm:prSet presAssocID="{3E4ECBC3-ADA0-4E41-81E9-36F49774A5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AF9BE88-A181-471A-B24B-79C088C01E14}" type="pres">
      <dgm:prSet presAssocID="{3E4ECBC3-ADA0-4E41-81E9-36F49774A588}" presName="spaceRect" presStyleCnt="0"/>
      <dgm:spPr/>
    </dgm:pt>
    <dgm:pt modelId="{1BEA9774-FBEE-4102-8294-385195FFFF13}" type="pres">
      <dgm:prSet presAssocID="{3E4ECBC3-ADA0-4E41-81E9-36F49774A58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453F409-D2E8-4AD9-978A-453D2CF5F697}" type="presOf" srcId="{CD464711-5E03-4FD0-B50B-49C61FF4EB69}" destId="{3C731401-B255-4C3A-A12F-3230313BE68C}" srcOrd="0" destOrd="0" presId="urn:microsoft.com/office/officeart/2018/2/layout/IconVerticalSolidList"/>
    <dgm:cxn modelId="{D8D21922-8269-4B10-90FA-751C182176AB}" srcId="{8EE34869-E721-4119-A36C-7155D29A2A6C}" destId="{CD464711-5E03-4FD0-B50B-49C61FF4EB69}" srcOrd="2" destOrd="0" parTransId="{8C181A21-D5D2-42A4-91AB-9456F935384C}" sibTransId="{40B4C0A7-3BDE-4BBB-8F91-3FFCFC827B71}"/>
    <dgm:cxn modelId="{5C7C7B28-1121-4986-8360-CBFEB77EFF7B}" type="presOf" srcId="{DDD67617-EC6D-4D33-9901-2403BE9AD819}" destId="{FD39409C-5585-435E-992D-A8D6221C11BD}" srcOrd="0" destOrd="0" presId="urn:microsoft.com/office/officeart/2018/2/layout/IconVerticalSolidList"/>
    <dgm:cxn modelId="{E83EF42B-806A-4742-8D4F-B32B9601B958}" type="presOf" srcId="{65B78334-BA1B-4249-A7C2-209984444FAC}" destId="{0B235491-A213-4060-9E7A-E3FD5F890FDD}" srcOrd="0" destOrd="0" presId="urn:microsoft.com/office/officeart/2018/2/layout/IconVerticalSolidList"/>
    <dgm:cxn modelId="{0D4FEC2F-7B7B-4F7A-A356-DABEF94D7772}" type="presOf" srcId="{6C0EEFA7-84B3-4738-9076-47FF7CFDA74A}" destId="{62897AF0-D03C-43A0-9E68-05B79D3C23C0}" srcOrd="0" destOrd="0" presId="urn:microsoft.com/office/officeart/2018/2/layout/IconVerticalSolidList"/>
    <dgm:cxn modelId="{133C783B-AF12-48A8-8491-A62239322DB0}" srcId="{8EE34869-E721-4119-A36C-7155D29A2A6C}" destId="{2BBEFD58-41ED-423A-80C2-2D8B28CD27B8}" srcOrd="3" destOrd="0" parTransId="{04D61D68-2FBF-40B3-BF7F-BC4E82C13783}" sibTransId="{85717CC7-D892-4421-9EBC-17CB4C6B2274}"/>
    <dgm:cxn modelId="{5AA7FE56-DA4A-4632-8E18-F2BD2538C839}" type="presOf" srcId="{8EE34869-E721-4119-A36C-7155D29A2A6C}" destId="{C1B54D14-C203-4921-B933-54AD10E109C4}" srcOrd="0" destOrd="0" presId="urn:microsoft.com/office/officeart/2018/2/layout/IconVerticalSolidList"/>
    <dgm:cxn modelId="{A1580E78-82E9-4CDD-AFA2-82CBC1510CF7}" srcId="{8EE34869-E721-4119-A36C-7155D29A2A6C}" destId="{6C0EEFA7-84B3-4738-9076-47FF7CFDA74A}" srcOrd="0" destOrd="0" parTransId="{01596D0F-63AB-4B70-AF23-BA6FAD9C1678}" sibTransId="{AC4FA775-E670-4100-A0B2-0F812FB82989}"/>
    <dgm:cxn modelId="{C3122E7C-83D5-4976-8F31-0186399DA4F1}" type="presOf" srcId="{3E4ECBC3-ADA0-4E41-81E9-36F49774A588}" destId="{1BEA9774-FBEE-4102-8294-385195FFFF13}" srcOrd="0" destOrd="0" presId="urn:microsoft.com/office/officeart/2018/2/layout/IconVerticalSolidList"/>
    <dgm:cxn modelId="{05638281-5666-4DED-9EB9-21C3B4444642}" srcId="{8EE34869-E721-4119-A36C-7155D29A2A6C}" destId="{3E4ECBC3-ADA0-4E41-81E9-36F49774A588}" srcOrd="6" destOrd="0" parTransId="{03F99004-A28A-4374-9D13-623FC77AC8FA}" sibTransId="{C762AEC9-510E-413C-9EF1-396E11C3138E}"/>
    <dgm:cxn modelId="{6E98788F-4CF8-493C-9919-43183AEEA213}" srcId="{8EE34869-E721-4119-A36C-7155D29A2A6C}" destId="{EFFCCEB2-D794-4F92-B42C-B78F442A7FE1}" srcOrd="5" destOrd="0" parTransId="{0D6381C3-8696-41F7-9264-D3161F94FDC3}" sibTransId="{4C7F0AC7-B63B-40A8-A2C2-E86549DD6524}"/>
    <dgm:cxn modelId="{910A4B9E-6084-4224-B3DF-445C309E52A4}" srcId="{8EE34869-E721-4119-A36C-7155D29A2A6C}" destId="{65B78334-BA1B-4249-A7C2-209984444FAC}" srcOrd="4" destOrd="0" parTransId="{85A31DCF-DED5-436F-A14C-CD28B8846863}" sibTransId="{EF85F3C9-187F-495D-8F60-EBDE66C1C23E}"/>
    <dgm:cxn modelId="{144C36AC-CBFF-4E9F-885F-EE5CB5E036BA}" type="presOf" srcId="{2BBEFD58-41ED-423A-80C2-2D8B28CD27B8}" destId="{2194A3E9-3E9D-4646-B21E-7B73FDA0B19A}" srcOrd="0" destOrd="0" presId="urn:microsoft.com/office/officeart/2018/2/layout/IconVerticalSolidList"/>
    <dgm:cxn modelId="{3FF3F3D2-7914-4977-B71E-9519F6C14540}" type="presOf" srcId="{EFFCCEB2-D794-4F92-B42C-B78F442A7FE1}" destId="{7F1FD11D-9FAC-47E2-91B1-8862EADE401A}" srcOrd="0" destOrd="0" presId="urn:microsoft.com/office/officeart/2018/2/layout/IconVerticalSolidList"/>
    <dgm:cxn modelId="{9A1633FB-53A5-4412-816A-5F36586522A6}" srcId="{8EE34869-E721-4119-A36C-7155D29A2A6C}" destId="{DDD67617-EC6D-4D33-9901-2403BE9AD819}" srcOrd="1" destOrd="0" parTransId="{33CC0712-5CF9-482C-A620-BB16ED37C0CE}" sibTransId="{F51515FA-1F79-42F4-BAE2-0DAB9B721B06}"/>
    <dgm:cxn modelId="{087D6443-6966-4801-BCDC-8ECEC990D9D2}" type="presParOf" srcId="{C1B54D14-C203-4921-B933-54AD10E109C4}" destId="{A3CEBEEA-A738-43BB-AFFE-84447E46C6C2}" srcOrd="0" destOrd="0" presId="urn:microsoft.com/office/officeart/2018/2/layout/IconVerticalSolidList"/>
    <dgm:cxn modelId="{F6AA3AA8-23FE-4C70-B513-41478E4F48B7}" type="presParOf" srcId="{A3CEBEEA-A738-43BB-AFFE-84447E46C6C2}" destId="{5433EC3A-E536-42D5-B942-0DD376D6DFD3}" srcOrd="0" destOrd="0" presId="urn:microsoft.com/office/officeart/2018/2/layout/IconVerticalSolidList"/>
    <dgm:cxn modelId="{FB611496-969E-4DAC-B5DA-AF271A28F081}" type="presParOf" srcId="{A3CEBEEA-A738-43BB-AFFE-84447E46C6C2}" destId="{5DAAB07A-99C8-422C-AA55-256A5C346127}" srcOrd="1" destOrd="0" presId="urn:microsoft.com/office/officeart/2018/2/layout/IconVerticalSolidList"/>
    <dgm:cxn modelId="{184F99FD-DE93-4986-9B04-41265D69FD25}" type="presParOf" srcId="{A3CEBEEA-A738-43BB-AFFE-84447E46C6C2}" destId="{689DDA8B-4B9B-4BDD-AB7A-DE2C145E85E4}" srcOrd="2" destOrd="0" presId="urn:microsoft.com/office/officeart/2018/2/layout/IconVerticalSolidList"/>
    <dgm:cxn modelId="{C4AAFBAD-5287-428B-A99E-94F7EC14298E}" type="presParOf" srcId="{A3CEBEEA-A738-43BB-AFFE-84447E46C6C2}" destId="{62897AF0-D03C-43A0-9E68-05B79D3C23C0}" srcOrd="3" destOrd="0" presId="urn:microsoft.com/office/officeart/2018/2/layout/IconVerticalSolidList"/>
    <dgm:cxn modelId="{6A9F3178-0355-4C82-95BE-82848BF3F4FE}" type="presParOf" srcId="{C1B54D14-C203-4921-B933-54AD10E109C4}" destId="{2307EA8D-716C-4284-8D3C-2B7E45A7C35E}" srcOrd="1" destOrd="0" presId="urn:microsoft.com/office/officeart/2018/2/layout/IconVerticalSolidList"/>
    <dgm:cxn modelId="{5B2CF62C-D5F4-42C4-8ACC-48A3B40BA584}" type="presParOf" srcId="{C1B54D14-C203-4921-B933-54AD10E109C4}" destId="{95D102D7-7B3C-4887-851E-5153DF03A783}" srcOrd="2" destOrd="0" presId="urn:microsoft.com/office/officeart/2018/2/layout/IconVerticalSolidList"/>
    <dgm:cxn modelId="{1D8AE4C7-95CC-4FC9-AF8D-68BDD9E26FAB}" type="presParOf" srcId="{95D102D7-7B3C-4887-851E-5153DF03A783}" destId="{BE71159B-16C9-47A2-BD93-F003ADF04BA1}" srcOrd="0" destOrd="0" presId="urn:microsoft.com/office/officeart/2018/2/layout/IconVerticalSolidList"/>
    <dgm:cxn modelId="{DD9B6E1F-A946-44FD-81C8-61F1B25A9B2D}" type="presParOf" srcId="{95D102D7-7B3C-4887-851E-5153DF03A783}" destId="{E90CC7F9-9D21-4483-8717-589CE971DE2F}" srcOrd="1" destOrd="0" presId="urn:microsoft.com/office/officeart/2018/2/layout/IconVerticalSolidList"/>
    <dgm:cxn modelId="{1FFE318D-5AA0-4301-943B-0D5FD2472EC3}" type="presParOf" srcId="{95D102D7-7B3C-4887-851E-5153DF03A783}" destId="{5DB24FF7-A5EC-44E4-84F2-6023F465B8E9}" srcOrd="2" destOrd="0" presId="urn:microsoft.com/office/officeart/2018/2/layout/IconVerticalSolidList"/>
    <dgm:cxn modelId="{FFF04B03-8913-4B46-BB01-5CFFBED6CE62}" type="presParOf" srcId="{95D102D7-7B3C-4887-851E-5153DF03A783}" destId="{FD39409C-5585-435E-992D-A8D6221C11BD}" srcOrd="3" destOrd="0" presId="urn:microsoft.com/office/officeart/2018/2/layout/IconVerticalSolidList"/>
    <dgm:cxn modelId="{275CDC51-6D6D-4433-A853-05FF5F40E6D9}" type="presParOf" srcId="{C1B54D14-C203-4921-B933-54AD10E109C4}" destId="{44B8E724-1EED-4012-AE9A-0E945F18D377}" srcOrd="3" destOrd="0" presId="urn:microsoft.com/office/officeart/2018/2/layout/IconVerticalSolidList"/>
    <dgm:cxn modelId="{FE6063E0-CFAF-4D05-8C9A-9FD759B830DF}" type="presParOf" srcId="{C1B54D14-C203-4921-B933-54AD10E109C4}" destId="{F15DD179-DB2F-4077-B508-8F9F2E34ADB1}" srcOrd="4" destOrd="0" presId="urn:microsoft.com/office/officeart/2018/2/layout/IconVerticalSolidList"/>
    <dgm:cxn modelId="{2437F3BF-7E83-4765-8936-56E432173CCB}" type="presParOf" srcId="{F15DD179-DB2F-4077-B508-8F9F2E34ADB1}" destId="{32379A34-09CC-4F5C-B227-72C0FA26349C}" srcOrd="0" destOrd="0" presId="urn:microsoft.com/office/officeart/2018/2/layout/IconVerticalSolidList"/>
    <dgm:cxn modelId="{08B4058A-1FA2-428E-AD50-37EAA325ABC1}" type="presParOf" srcId="{F15DD179-DB2F-4077-B508-8F9F2E34ADB1}" destId="{18EE1508-5C93-4FC5-A355-B0F23D5F4CB3}" srcOrd="1" destOrd="0" presId="urn:microsoft.com/office/officeart/2018/2/layout/IconVerticalSolidList"/>
    <dgm:cxn modelId="{76275421-204D-40EB-8E72-E11DAC61F756}" type="presParOf" srcId="{F15DD179-DB2F-4077-B508-8F9F2E34ADB1}" destId="{1C837FCA-257E-48BE-A48A-8FABFEDE0939}" srcOrd="2" destOrd="0" presId="urn:microsoft.com/office/officeart/2018/2/layout/IconVerticalSolidList"/>
    <dgm:cxn modelId="{F9F7EA74-90EF-4470-8492-551F61F79345}" type="presParOf" srcId="{F15DD179-DB2F-4077-B508-8F9F2E34ADB1}" destId="{3C731401-B255-4C3A-A12F-3230313BE68C}" srcOrd="3" destOrd="0" presId="urn:microsoft.com/office/officeart/2018/2/layout/IconVerticalSolidList"/>
    <dgm:cxn modelId="{2F6F7AD3-91CE-47C0-BBF5-256DF4C788F3}" type="presParOf" srcId="{C1B54D14-C203-4921-B933-54AD10E109C4}" destId="{822F603E-20E8-4E45-8824-D48FFAD858DE}" srcOrd="5" destOrd="0" presId="urn:microsoft.com/office/officeart/2018/2/layout/IconVerticalSolidList"/>
    <dgm:cxn modelId="{B12BE4D2-C1C0-4442-BAFB-F779843F54E0}" type="presParOf" srcId="{C1B54D14-C203-4921-B933-54AD10E109C4}" destId="{9ACE01A6-88C7-4381-8D80-E28D93094099}" srcOrd="6" destOrd="0" presId="urn:microsoft.com/office/officeart/2018/2/layout/IconVerticalSolidList"/>
    <dgm:cxn modelId="{6AB6BBE2-82F1-4C5A-9BDD-5D72B436DA29}" type="presParOf" srcId="{9ACE01A6-88C7-4381-8D80-E28D93094099}" destId="{CB62D9DE-2319-4B0D-8D2B-B1B12B706D56}" srcOrd="0" destOrd="0" presId="urn:microsoft.com/office/officeart/2018/2/layout/IconVerticalSolidList"/>
    <dgm:cxn modelId="{4048FC03-1902-4E6D-BFC0-36B2DCE211BD}" type="presParOf" srcId="{9ACE01A6-88C7-4381-8D80-E28D93094099}" destId="{6B27825C-7947-4CCC-9C15-1C7A4A7765CD}" srcOrd="1" destOrd="0" presId="urn:microsoft.com/office/officeart/2018/2/layout/IconVerticalSolidList"/>
    <dgm:cxn modelId="{B6E2C4FB-7267-4AF2-A62C-142CA637C51C}" type="presParOf" srcId="{9ACE01A6-88C7-4381-8D80-E28D93094099}" destId="{C0F3622F-B0E9-4A9F-8D31-8749C0A971A3}" srcOrd="2" destOrd="0" presId="urn:microsoft.com/office/officeart/2018/2/layout/IconVerticalSolidList"/>
    <dgm:cxn modelId="{F7843192-B676-49CD-B911-6ED85C2C467C}" type="presParOf" srcId="{9ACE01A6-88C7-4381-8D80-E28D93094099}" destId="{2194A3E9-3E9D-4646-B21E-7B73FDA0B19A}" srcOrd="3" destOrd="0" presId="urn:microsoft.com/office/officeart/2018/2/layout/IconVerticalSolidList"/>
    <dgm:cxn modelId="{7635E871-6FE9-46FB-AAFA-38AD0B537B2B}" type="presParOf" srcId="{C1B54D14-C203-4921-B933-54AD10E109C4}" destId="{FF454242-1F34-4E3F-9B36-2827D00C061F}" srcOrd="7" destOrd="0" presId="urn:microsoft.com/office/officeart/2018/2/layout/IconVerticalSolidList"/>
    <dgm:cxn modelId="{E8310AE3-B387-4845-A00A-36090ADD64D0}" type="presParOf" srcId="{C1B54D14-C203-4921-B933-54AD10E109C4}" destId="{A2648DF8-62E9-4B76-88C6-6AED8D2C01E4}" srcOrd="8" destOrd="0" presId="urn:microsoft.com/office/officeart/2018/2/layout/IconVerticalSolidList"/>
    <dgm:cxn modelId="{FFB1BA4A-B47C-49FF-90EF-4D8C03D76633}" type="presParOf" srcId="{A2648DF8-62E9-4B76-88C6-6AED8D2C01E4}" destId="{2E06AFEF-AF9E-48E5-ABD9-E7CE03365A60}" srcOrd="0" destOrd="0" presId="urn:microsoft.com/office/officeart/2018/2/layout/IconVerticalSolidList"/>
    <dgm:cxn modelId="{770FF4F6-7799-4A9C-8298-002D7B745F33}" type="presParOf" srcId="{A2648DF8-62E9-4B76-88C6-6AED8D2C01E4}" destId="{938E296C-2964-451F-ACC9-1A27A604EB0F}" srcOrd="1" destOrd="0" presId="urn:microsoft.com/office/officeart/2018/2/layout/IconVerticalSolidList"/>
    <dgm:cxn modelId="{231375C4-FAC1-4A74-BF68-D52E9BAF8F93}" type="presParOf" srcId="{A2648DF8-62E9-4B76-88C6-6AED8D2C01E4}" destId="{6C174F53-F4C1-4735-98D2-A5B98E931A57}" srcOrd="2" destOrd="0" presId="urn:microsoft.com/office/officeart/2018/2/layout/IconVerticalSolidList"/>
    <dgm:cxn modelId="{B40D6CD1-6E73-4E92-B8BE-B312F730F4B9}" type="presParOf" srcId="{A2648DF8-62E9-4B76-88C6-6AED8D2C01E4}" destId="{0B235491-A213-4060-9E7A-E3FD5F890FDD}" srcOrd="3" destOrd="0" presId="urn:microsoft.com/office/officeart/2018/2/layout/IconVerticalSolidList"/>
    <dgm:cxn modelId="{461FBFA3-3D41-4DB0-9799-93A4366EE6CB}" type="presParOf" srcId="{C1B54D14-C203-4921-B933-54AD10E109C4}" destId="{17C9BD8B-88B6-4F10-A29E-18E2171C2CF2}" srcOrd="9" destOrd="0" presId="urn:microsoft.com/office/officeart/2018/2/layout/IconVerticalSolidList"/>
    <dgm:cxn modelId="{4D5AA23F-38F4-45F0-827E-0CB26859377E}" type="presParOf" srcId="{C1B54D14-C203-4921-B933-54AD10E109C4}" destId="{E8EFC96F-24DE-418F-A4D9-11E0A6D0978B}" srcOrd="10" destOrd="0" presId="urn:microsoft.com/office/officeart/2018/2/layout/IconVerticalSolidList"/>
    <dgm:cxn modelId="{50867E18-961B-4889-866C-6E3D87489AC0}" type="presParOf" srcId="{E8EFC96F-24DE-418F-A4D9-11E0A6D0978B}" destId="{A09F5F5F-0932-473E-A011-70BC0E6BFBAD}" srcOrd="0" destOrd="0" presId="urn:microsoft.com/office/officeart/2018/2/layout/IconVerticalSolidList"/>
    <dgm:cxn modelId="{A8613474-BA33-471E-8449-59DA0844A42C}" type="presParOf" srcId="{E8EFC96F-24DE-418F-A4D9-11E0A6D0978B}" destId="{4FE1669D-6CBF-4B1A-96AA-1025B8650DB5}" srcOrd="1" destOrd="0" presId="urn:microsoft.com/office/officeart/2018/2/layout/IconVerticalSolidList"/>
    <dgm:cxn modelId="{991B5983-E899-49E0-95BC-6E15CE0655C2}" type="presParOf" srcId="{E8EFC96F-24DE-418F-A4D9-11E0A6D0978B}" destId="{27C4CD72-A80D-4BC9-B956-B864ED85226E}" srcOrd="2" destOrd="0" presId="urn:microsoft.com/office/officeart/2018/2/layout/IconVerticalSolidList"/>
    <dgm:cxn modelId="{C4DB368E-06FA-4E27-9239-EB403C0A6A86}" type="presParOf" srcId="{E8EFC96F-24DE-418F-A4D9-11E0A6D0978B}" destId="{7F1FD11D-9FAC-47E2-91B1-8862EADE401A}" srcOrd="3" destOrd="0" presId="urn:microsoft.com/office/officeart/2018/2/layout/IconVerticalSolidList"/>
    <dgm:cxn modelId="{AECBD986-B4E1-439B-8AB7-AEE1D714C018}" type="presParOf" srcId="{C1B54D14-C203-4921-B933-54AD10E109C4}" destId="{F35EAABE-333E-41FE-895E-ED187A64847E}" srcOrd="11" destOrd="0" presId="urn:microsoft.com/office/officeart/2018/2/layout/IconVerticalSolidList"/>
    <dgm:cxn modelId="{5099A5DF-F22D-4ACF-88D0-4012C1D3E389}" type="presParOf" srcId="{C1B54D14-C203-4921-B933-54AD10E109C4}" destId="{22A0B7A9-1A79-4CF1-915D-445FADBDDE17}" srcOrd="12" destOrd="0" presId="urn:microsoft.com/office/officeart/2018/2/layout/IconVerticalSolidList"/>
    <dgm:cxn modelId="{C08DCBE5-57A4-4A77-8967-3D09EABE8465}" type="presParOf" srcId="{22A0B7A9-1A79-4CF1-915D-445FADBDDE17}" destId="{F1CD9860-9786-48BE-98D2-F31F77CB64C0}" srcOrd="0" destOrd="0" presId="urn:microsoft.com/office/officeart/2018/2/layout/IconVerticalSolidList"/>
    <dgm:cxn modelId="{61559954-F5AC-421D-B7CA-55396079D3B4}" type="presParOf" srcId="{22A0B7A9-1A79-4CF1-915D-445FADBDDE17}" destId="{B9529C36-2F1B-4F7E-B696-52298B6DD3BB}" srcOrd="1" destOrd="0" presId="urn:microsoft.com/office/officeart/2018/2/layout/IconVerticalSolidList"/>
    <dgm:cxn modelId="{59DCB6DB-72D6-49B0-88D5-7471C7A1D24A}" type="presParOf" srcId="{22A0B7A9-1A79-4CF1-915D-445FADBDDE17}" destId="{EAF9BE88-A181-471A-B24B-79C088C01E14}" srcOrd="2" destOrd="0" presId="urn:microsoft.com/office/officeart/2018/2/layout/IconVerticalSolidList"/>
    <dgm:cxn modelId="{0C705CDE-A1C5-4592-A1B8-501B5B9ABE2B}" type="presParOf" srcId="{22A0B7A9-1A79-4CF1-915D-445FADBDDE17}" destId="{1BEA9774-FBEE-4102-8294-385195FFFF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633267-4265-447D-B33E-41C4D6DEF2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A6B226-9BE8-407C-9A7E-71BC585303F7}">
      <dgm:prSet/>
      <dgm:spPr/>
      <dgm:t>
        <a:bodyPr/>
        <a:lstStyle/>
        <a:p>
          <a:r>
            <a:rPr lang="en-US" b="0" i="0" baseline="0"/>
            <a:t>Resource set: Storage Account, VNet, Key Vault, Databricks Workspace, Function App, Monitoring (Log Analytics).</a:t>
          </a:r>
          <a:endParaRPr lang="en-US"/>
        </a:p>
      </dgm:t>
    </dgm:pt>
    <dgm:pt modelId="{821DD7FC-26F7-497A-AF4A-EABBB6498978}" type="parTrans" cxnId="{15150295-BEC5-4A1E-A3D1-04E16835B4CC}">
      <dgm:prSet/>
      <dgm:spPr/>
      <dgm:t>
        <a:bodyPr/>
        <a:lstStyle/>
        <a:p>
          <a:endParaRPr lang="en-US"/>
        </a:p>
      </dgm:t>
    </dgm:pt>
    <dgm:pt modelId="{72DF1291-BACB-4FEC-8EDD-BD116694DAA3}" type="sibTrans" cxnId="{15150295-BEC5-4A1E-A3D1-04E16835B4CC}">
      <dgm:prSet/>
      <dgm:spPr/>
      <dgm:t>
        <a:bodyPr/>
        <a:lstStyle/>
        <a:p>
          <a:endParaRPr lang="en-US"/>
        </a:p>
      </dgm:t>
    </dgm:pt>
    <dgm:pt modelId="{60A738C4-E135-4529-BD4A-FB27B73E4DA7}">
      <dgm:prSet/>
      <dgm:spPr/>
      <dgm:t>
        <a:bodyPr/>
        <a:lstStyle/>
        <a:p>
          <a:r>
            <a:rPr lang="en-US" b="0" i="0" baseline="0"/>
            <a:t>Logical grouping mirrors ETL flow → data landing, processing, orchestration, logging.</a:t>
          </a:r>
          <a:endParaRPr lang="en-US"/>
        </a:p>
      </dgm:t>
    </dgm:pt>
    <dgm:pt modelId="{F301A15D-80AE-4934-A11D-759E644CAD1E}" type="parTrans" cxnId="{ACD82A13-FDDD-4D02-B226-8AC68FD8523B}">
      <dgm:prSet/>
      <dgm:spPr/>
      <dgm:t>
        <a:bodyPr/>
        <a:lstStyle/>
        <a:p>
          <a:endParaRPr lang="en-US"/>
        </a:p>
      </dgm:t>
    </dgm:pt>
    <dgm:pt modelId="{3D62D396-8470-401C-B2D7-C23689AF9C02}" type="sibTrans" cxnId="{ACD82A13-FDDD-4D02-B226-8AC68FD8523B}">
      <dgm:prSet/>
      <dgm:spPr/>
      <dgm:t>
        <a:bodyPr/>
        <a:lstStyle/>
        <a:p>
          <a:endParaRPr lang="en-US"/>
        </a:p>
      </dgm:t>
    </dgm:pt>
    <dgm:pt modelId="{FBF38638-CE69-4B88-A719-E0443EAFAF09}">
      <dgm:prSet/>
      <dgm:spPr/>
      <dgm:t>
        <a:bodyPr/>
        <a:lstStyle/>
        <a:p>
          <a:r>
            <a:rPr lang="en-US" b="0" i="0" baseline="0"/>
            <a:t>Naming standards documented in infrastructure/naming_conventions.md.</a:t>
          </a:r>
          <a:endParaRPr lang="en-US"/>
        </a:p>
      </dgm:t>
    </dgm:pt>
    <dgm:pt modelId="{22C30BA5-7A9A-47EB-BB34-05F46B6BA7D6}" type="parTrans" cxnId="{60F6819E-19AB-43A4-A675-7E776D0EEB7A}">
      <dgm:prSet/>
      <dgm:spPr/>
      <dgm:t>
        <a:bodyPr/>
        <a:lstStyle/>
        <a:p>
          <a:endParaRPr lang="en-US"/>
        </a:p>
      </dgm:t>
    </dgm:pt>
    <dgm:pt modelId="{66EC020B-418D-4624-8B08-B60058C9EDDA}" type="sibTrans" cxnId="{60F6819E-19AB-43A4-A675-7E776D0EEB7A}">
      <dgm:prSet/>
      <dgm:spPr/>
      <dgm:t>
        <a:bodyPr/>
        <a:lstStyle/>
        <a:p>
          <a:endParaRPr lang="en-US"/>
        </a:p>
      </dgm:t>
    </dgm:pt>
    <dgm:pt modelId="{5E13A036-3126-4202-9F4F-1699608475A3}">
      <dgm:prSet/>
      <dgm:spPr/>
      <dgm:t>
        <a:bodyPr/>
        <a:lstStyle/>
        <a:p>
          <a:r>
            <a:rPr lang="en-US"/>
            <a:t>Architecture follows Azure best practices for modular, secure, and scalable data pipelines: separation of storage, compute, orchestration, and monitoring layers</a:t>
          </a:r>
        </a:p>
      </dgm:t>
    </dgm:pt>
    <dgm:pt modelId="{B8ED911E-C6A3-45EE-B50D-367AA2BE8647}" type="parTrans" cxnId="{BC3097D0-932A-401C-AD7D-6BD6BA9E5147}">
      <dgm:prSet/>
      <dgm:spPr/>
      <dgm:t>
        <a:bodyPr/>
        <a:lstStyle/>
        <a:p>
          <a:endParaRPr lang="en-US"/>
        </a:p>
      </dgm:t>
    </dgm:pt>
    <dgm:pt modelId="{F26AA505-8171-42B2-8D38-B9586FA03B44}" type="sibTrans" cxnId="{BC3097D0-932A-401C-AD7D-6BD6BA9E5147}">
      <dgm:prSet/>
      <dgm:spPr/>
      <dgm:t>
        <a:bodyPr/>
        <a:lstStyle/>
        <a:p>
          <a:endParaRPr lang="en-US"/>
        </a:p>
      </dgm:t>
    </dgm:pt>
    <dgm:pt modelId="{A4ABCF24-A68C-4859-A09A-718CA5F79FFA}" type="pres">
      <dgm:prSet presAssocID="{0E633267-4265-447D-B33E-41C4D6DEF293}" presName="root" presStyleCnt="0">
        <dgm:presLayoutVars>
          <dgm:dir/>
          <dgm:resizeHandles val="exact"/>
        </dgm:presLayoutVars>
      </dgm:prSet>
      <dgm:spPr/>
    </dgm:pt>
    <dgm:pt modelId="{FD2290DF-12E9-4A57-9EA3-F0495C0B29E8}" type="pres">
      <dgm:prSet presAssocID="{BAA6B226-9BE8-407C-9A7E-71BC585303F7}" presName="compNode" presStyleCnt="0"/>
      <dgm:spPr/>
    </dgm:pt>
    <dgm:pt modelId="{CE743201-73D2-4E52-BC5C-9E626DA5E25B}" type="pres">
      <dgm:prSet presAssocID="{BAA6B226-9BE8-407C-9A7E-71BC585303F7}" presName="bgRect" presStyleLbl="bgShp" presStyleIdx="0" presStyleCnt="4"/>
      <dgm:spPr/>
    </dgm:pt>
    <dgm:pt modelId="{9158F2E4-BDF2-4CDB-A8F0-F8565E249866}" type="pres">
      <dgm:prSet presAssocID="{BAA6B226-9BE8-407C-9A7E-71BC585303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C4AD9E3C-2CFC-407D-8266-8667B493147B}" type="pres">
      <dgm:prSet presAssocID="{BAA6B226-9BE8-407C-9A7E-71BC585303F7}" presName="spaceRect" presStyleCnt="0"/>
      <dgm:spPr/>
    </dgm:pt>
    <dgm:pt modelId="{4B864344-7BEE-40B6-814E-9AEF76AE2B1A}" type="pres">
      <dgm:prSet presAssocID="{BAA6B226-9BE8-407C-9A7E-71BC585303F7}" presName="parTx" presStyleLbl="revTx" presStyleIdx="0" presStyleCnt="4">
        <dgm:presLayoutVars>
          <dgm:chMax val="0"/>
          <dgm:chPref val="0"/>
        </dgm:presLayoutVars>
      </dgm:prSet>
      <dgm:spPr/>
    </dgm:pt>
    <dgm:pt modelId="{EB3A10E1-0DB0-4DBF-B677-3BBD878C4990}" type="pres">
      <dgm:prSet presAssocID="{72DF1291-BACB-4FEC-8EDD-BD116694DAA3}" presName="sibTrans" presStyleCnt="0"/>
      <dgm:spPr/>
    </dgm:pt>
    <dgm:pt modelId="{EE84E429-2428-4CDB-B8E4-97E9D39091B1}" type="pres">
      <dgm:prSet presAssocID="{60A738C4-E135-4529-BD4A-FB27B73E4DA7}" presName="compNode" presStyleCnt="0"/>
      <dgm:spPr/>
    </dgm:pt>
    <dgm:pt modelId="{BE401334-177D-45A0-9A14-C662AD52790D}" type="pres">
      <dgm:prSet presAssocID="{60A738C4-E135-4529-BD4A-FB27B73E4DA7}" presName="bgRect" presStyleLbl="bgShp" presStyleIdx="1" presStyleCnt="4"/>
      <dgm:spPr/>
    </dgm:pt>
    <dgm:pt modelId="{A42FBA96-9D61-44C9-8196-85130AE769F7}" type="pres">
      <dgm:prSet presAssocID="{60A738C4-E135-4529-BD4A-FB27B73E4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92B345C-30EE-4635-AB95-AE454247A5CA}" type="pres">
      <dgm:prSet presAssocID="{60A738C4-E135-4529-BD4A-FB27B73E4DA7}" presName="spaceRect" presStyleCnt="0"/>
      <dgm:spPr/>
    </dgm:pt>
    <dgm:pt modelId="{5B5DCCDA-4B8A-4BA3-9A95-5EBAF277EC36}" type="pres">
      <dgm:prSet presAssocID="{60A738C4-E135-4529-BD4A-FB27B73E4DA7}" presName="parTx" presStyleLbl="revTx" presStyleIdx="1" presStyleCnt="4">
        <dgm:presLayoutVars>
          <dgm:chMax val="0"/>
          <dgm:chPref val="0"/>
        </dgm:presLayoutVars>
      </dgm:prSet>
      <dgm:spPr/>
    </dgm:pt>
    <dgm:pt modelId="{71A35550-435D-42C1-BB25-8FD083BE84EC}" type="pres">
      <dgm:prSet presAssocID="{3D62D396-8470-401C-B2D7-C23689AF9C02}" presName="sibTrans" presStyleCnt="0"/>
      <dgm:spPr/>
    </dgm:pt>
    <dgm:pt modelId="{F267ADE6-68BA-464E-ACE0-3F45BEFC0CA2}" type="pres">
      <dgm:prSet presAssocID="{FBF38638-CE69-4B88-A719-E0443EAFAF09}" presName="compNode" presStyleCnt="0"/>
      <dgm:spPr/>
    </dgm:pt>
    <dgm:pt modelId="{3FD94862-4413-4188-856F-C57C8A8E0C20}" type="pres">
      <dgm:prSet presAssocID="{FBF38638-CE69-4B88-A719-E0443EAFAF09}" presName="bgRect" presStyleLbl="bgShp" presStyleIdx="2" presStyleCnt="4"/>
      <dgm:spPr/>
    </dgm:pt>
    <dgm:pt modelId="{D0972F75-8211-4903-914F-276D8842022A}" type="pres">
      <dgm:prSet presAssocID="{FBF38638-CE69-4B88-A719-E0443EAFAF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CAB44D-DA89-40C3-958F-6AFFC3A7CADA}" type="pres">
      <dgm:prSet presAssocID="{FBF38638-CE69-4B88-A719-E0443EAFAF09}" presName="spaceRect" presStyleCnt="0"/>
      <dgm:spPr/>
    </dgm:pt>
    <dgm:pt modelId="{D678AEC0-D882-42C2-A1B2-9CB58AC6946A}" type="pres">
      <dgm:prSet presAssocID="{FBF38638-CE69-4B88-A719-E0443EAFAF09}" presName="parTx" presStyleLbl="revTx" presStyleIdx="2" presStyleCnt="4">
        <dgm:presLayoutVars>
          <dgm:chMax val="0"/>
          <dgm:chPref val="0"/>
        </dgm:presLayoutVars>
      </dgm:prSet>
      <dgm:spPr/>
    </dgm:pt>
    <dgm:pt modelId="{FCD5C5CF-82C2-42FC-AFA2-293902CA0568}" type="pres">
      <dgm:prSet presAssocID="{66EC020B-418D-4624-8B08-B60058C9EDDA}" presName="sibTrans" presStyleCnt="0"/>
      <dgm:spPr/>
    </dgm:pt>
    <dgm:pt modelId="{83889CFB-1FD5-42B7-B575-244617DF5B95}" type="pres">
      <dgm:prSet presAssocID="{5E13A036-3126-4202-9F4F-1699608475A3}" presName="compNode" presStyleCnt="0"/>
      <dgm:spPr/>
    </dgm:pt>
    <dgm:pt modelId="{582EB7F1-835C-4AE2-BB34-C6AD1683934D}" type="pres">
      <dgm:prSet presAssocID="{5E13A036-3126-4202-9F4F-1699608475A3}" presName="bgRect" presStyleLbl="bgShp" presStyleIdx="3" presStyleCnt="4"/>
      <dgm:spPr/>
    </dgm:pt>
    <dgm:pt modelId="{E0154BCC-A668-41AA-B570-8503FB6E986C}" type="pres">
      <dgm:prSet presAssocID="{5E13A036-3126-4202-9F4F-1699608475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60700B6-7B4D-4AE7-96EA-4C6902534586}" type="pres">
      <dgm:prSet presAssocID="{5E13A036-3126-4202-9F4F-1699608475A3}" presName="spaceRect" presStyleCnt="0"/>
      <dgm:spPr/>
    </dgm:pt>
    <dgm:pt modelId="{A4CE7311-FA3D-4E9E-B4C9-EB5EEB3E629C}" type="pres">
      <dgm:prSet presAssocID="{5E13A036-3126-4202-9F4F-1699608475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D82A13-FDDD-4D02-B226-8AC68FD8523B}" srcId="{0E633267-4265-447D-B33E-41C4D6DEF293}" destId="{60A738C4-E135-4529-BD4A-FB27B73E4DA7}" srcOrd="1" destOrd="0" parTransId="{F301A15D-80AE-4934-A11D-759E644CAD1E}" sibTransId="{3D62D396-8470-401C-B2D7-C23689AF9C02}"/>
    <dgm:cxn modelId="{8A2ED026-3063-41F3-9D0F-21FBFF0F5095}" type="presOf" srcId="{60A738C4-E135-4529-BD4A-FB27B73E4DA7}" destId="{5B5DCCDA-4B8A-4BA3-9A95-5EBAF277EC36}" srcOrd="0" destOrd="0" presId="urn:microsoft.com/office/officeart/2018/2/layout/IconVerticalSolidList"/>
    <dgm:cxn modelId="{14781E3F-A968-4DE2-A04F-A4D93AB5E9AA}" type="presOf" srcId="{FBF38638-CE69-4B88-A719-E0443EAFAF09}" destId="{D678AEC0-D882-42C2-A1B2-9CB58AC6946A}" srcOrd="0" destOrd="0" presId="urn:microsoft.com/office/officeart/2018/2/layout/IconVerticalSolidList"/>
    <dgm:cxn modelId="{15150295-BEC5-4A1E-A3D1-04E16835B4CC}" srcId="{0E633267-4265-447D-B33E-41C4D6DEF293}" destId="{BAA6B226-9BE8-407C-9A7E-71BC585303F7}" srcOrd="0" destOrd="0" parTransId="{821DD7FC-26F7-497A-AF4A-EABBB6498978}" sibTransId="{72DF1291-BACB-4FEC-8EDD-BD116694DAA3}"/>
    <dgm:cxn modelId="{D6252797-2673-43CD-96D6-D1986F059DBA}" type="presOf" srcId="{BAA6B226-9BE8-407C-9A7E-71BC585303F7}" destId="{4B864344-7BEE-40B6-814E-9AEF76AE2B1A}" srcOrd="0" destOrd="0" presId="urn:microsoft.com/office/officeart/2018/2/layout/IconVerticalSolidList"/>
    <dgm:cxn modelId="{6BF9F39B-CFED-4D1B-9129-0EFEEC889A34}" type="presOf" srcId="{0E633267-4265-447D-B33E-41C4D6DEF293}" destId="{A4ABCF24-A68C-4859-A09A-718CA5F79FFA}" srcOrd="0" destOrd="0" presId="urn:microsoft.com/office/officeart/2018/2/layout/IconVerticalSolidList"/>
    <dgm:cxn modelId="{60F6819E-19AB-43A4-A675-7E776D0EEB7A}" srcId="{0E633267-4265-447D-B33E-41C4D6DEF293}" destId="{FBF38638-CE69-4B88-A719-E0443EAFAF09}" srcOrd="2" destOrd="0" parTransId="{22C30BA5-7A9A-47EB-BB34-05F46B6BA7D6}" sibTransId="{66EC020B-418D-4624-8B08-B60058C9EDDA}"/>
    <dgm:cxn modelId="{9CAF72D0-09FD-453C-9335-DE01F7881846}" type="presOf" srcId="{5E13A036-3126-4202-9F4F-1699608475A3}" destId="{A4CE7311-FA3D-4E9E-B4C9-EB5EEB3E629C}" srcOrd="0" destOrd="0" presId="urn:microsoft.com/office/officeart/2018/2/layout/IconVerticalSolidList"/>
    <dgm:cxn modelId="{BC3097D0-932A-401C-AD7D-6BD6BA9E5147}" srcId="{0E633267-4265-447D-B33E-41C4D6DEF293}" destId="{5E13A036-3126-4202-9F4F-1699608475A3}" srcOrd="3" destOrd="0" parTransId="{B8ED911E-C6A3-45EE-B50D-367AA2BE8647}" sibTransId="{F26AA505-8171-42B2-8D38-B9586FA03B44}"/>
    <dgm:cxn modelId="{1453DEF9-B759-40E1-B116-629B0BA34620}" type="presParOf" srcId="{A4ABCF24-A68C-4859-A09A-718CA5F79FFA}" destId="{FD2290DF-12E9-4A57-9EA3-F0495C0B29E8}" srcOrd="0" destOrd="0" presId="urn:microsoft.com/office/officeart/2018/2/layout/IconVerticalSolidList"/>
    <dgm:cxn modelId="{A902DFB1-52FA-470B-B870-EE2CCED43F2E}" type="presParOf" srcId="{FD2290DF-12E9-4A57-9EA3-F0495C0B29E8}" destId="{CE743201-73D2-4E52-BC5C-9E626DA5E25B}" srcOrd="0" destOrd="0" presId="urn:microsoft.com/office/officeart/2018/2/layout/IconVerticalSolidList"/>
    <dgm:cxn modelId="{FE8697D8-E9C3-4C26-9B80-0C1413BE2C43}" type="presParOf" srcId="{FD2290DF-12E9-4A57-9EA3-F0495C0B29E8}" destId="{9158F2E4-BDF2-4CDB-A8F0-F8565E249866}" srcOrd="1" destOrd="0" presId="urn:microsoft.com/office/officeart/2018/2/layout/IconVerticalSolidList"/>
    <dgm:cxn modelId="{D51C927D-E030-4EFE-997D-899DE43583E0}" type="presParOf" srcId="{FD2290DF-12E9-4A57-9EA3-F0495C0B29E8}" destId="{C4AD9E3C-2CFC-407D-8266-8667B493147B}" srcOrd="2" destOrd="0" presId="urn:microsoft.com/office/officeart/2018/2/layout/IconVerticalSolidList"/>
    <dgm:cxn modelId="{1A4879C3-75A9-45F9-9F86-04C6D9B0CCF1}" type="presParOf" srcId="{FD2290DF-12E9-4A57-9EA3-F0495C0B29E8}" destId="{4B864344-7BEE-40B6-814E-9AEF76AE2B1A}" srcOrd="3" destOrd="0" presId="urn:microsoft.com/office/officeart/2018/2/layout/IconVerticalSolidList"/>
    <dgm:cxn modelId="{323B43A4-7183-48E1-8068-4EAAE9A6FD52}" type="presParOf" srcId="{A4ABCF24-A68C-4859-A09A-718CA5F79FFA}" destId="{EB3A10E1-0DB0-4DBF-B677-3BBD878C4990}" srcOrd="1" destOrd="0" presId="urn:microsoft.com/office/officeart/2018/2/layout/IconVerticalSolidList"/>
    <dgm:cxn modelId="{43337BBB-48F6-4B71-9EE7-92C74B5304DB}" type="presParOf" srcId="{A4ABCF24-A68C-4859-A09A-718CA5F79FFA}" destId="{EE84E429-2428-4CDB-B8E4-97E9D39091B1}" srcOrd="2" destOrd="0" presId="urn:microsoft.com/office/officeart/2018/2/layout/IconVerticalSolidList"/>
    <dgm:cxn modelId="{8D3A168A-D7AA-4CE1-A6D6-33B12D2C6528}" type="presParOf" srcId="{EE84E429-2428-4CDB-B8E4-97E9D39091B1}" destId="{BE401334-177D-45A0-9A14-C662AD52790D}" srcOrd="0" destOrd="0" presId="urn:microsoft.com/office/officeart/2018/2/layout/IconVerticalSolidList"/>
    <dgm:cxn modelId="{94E5034F-5E9D-495B-B3AC-CF4BAAC392C7}" type="presParOf" srcId="{EE84E429-2428-4CDB-B8E4-97E9D39091B1}" destId="{A42FBA96-9D61-44C9-8196-85130AE769F7}" srcOrd="1" destOrd="0" presId="urn:microsoft.com/office/officeart/2018/2/layout/IconVerticalSolidList"/>
    <dgm:cxn modelId="{6324CE2F-AB5B-40A5-BBA2-BC248E369E28}" type="presParOf" srcId="{EE84E429-2428-4CDB-B8E4-97E9D39091B1}" destId="{492B345C-30EE-4635-AB95-AE454247A5CA}" srcOrd="2" destOrd="0" presId="urn:microsoft.com/office/officeart/2018/2/layout/IconVerticalSolidList"/>
    <dgm:cxn modelId="{AA4A1962-6DA0-438A-9C96-A9320C8BB881}" type="presParOf" srcId="{EE84E429-2428-4CDB-B8E4-97E9D39091B1}" destId="{5B5DCCDA-4B8A-4BA3-9A95-5EBAF277EC36}" srcOrd="3" destOrd="0" presId="urn:microsoft.com/office/officeart/2018/2/layout/IconVerticalSolidList"/>
    <dgm:cxn modelId="{20F06CA3-B8BB-4CD9-861E-5FD63C36243C}" type="presParOf" srcId="{A4ABCF24-A68C-4859-A09A-718CA5F79FFA}" destId="{71A35550-435D-42C1-BB25-8FD083BE84EC}" srcOrd="3" destOrd="0" presId="urn:microsoft.com/office/officeart/2018/2/layout/IconVerticalSolidList"/>
    <dgm:cxn modelId="{A69FE1EB-E384-47A2-8F1F-A9F951078AF5}" type="presParOf" srcId="{A4ABCF24-A68C-4859-A09A-718CA5F79FFA}" destId="{F267ADE6-68BA-464E-ACE0-3F45BEFC0CA2}" srcOrd="4" destOrd="0" presId="urn:microsoft.com/office/officeart/2018/2/layout/IconVerticalSolidList"/>
    <dgm:cxn modelId="{EFF93F5E-22C3-4955-9F89-0D33D51F9604}" type="presParOf" srcId="{F267ADE6-68BA-464E-ACE0-3F45BEFC0CA2}" destId="{3FD94862-4413-4188-856F-C57C8A8E0C20}" srcOrd="0" destOrd="0" presId="urn:microsoft.com/office/officeart/2018/2/layout/IconVerticalSolidList"/>
    <dgm:cxn modelId="{7E993D9B-3865-4187-BADA-DB46488DAB8C}" type="presParOf" srcId="{F267ADE6-68BA-464E-ACE0-3F45BEFC0CA2}" destId="{D0972F75-8211-4903-914F-276D8842022A}" srcOrd="1" destOrd="0" presId="urn:microsoft.com/office/officeart/2018/2/layout/IconVerticalSolidList"/>
    <dgm:cxn modelId="{2FE9F76D-E1E4-4D8E-A722-97AAA98129A0}" type="presParOf" srcId="{F267ADE6-68BA-464E-ACE0-3F45BEFC0CA2}" destId="{57CAB44D-DA89-40C3-958F-6AFFC3A7CADA}" srcOrd="2" destOrd="0" presId="urn:microsoft.com/office/officeart/2018/2/layout/IconVerticalSolidList"/>
    <dgm:cxn modelId="{6A55A312-0B5C-4032-B9AD-4947DB4542DC}" type="presParOf" srcId="{F267ADE6-68BA-464E-ACE0-3F45BEFC0CA2}" destId="{D678AEC0-D882-42C2-A1B2-9CB58AC6946A}" srcOrd="3" destOrd="0" presId="urn:microsoft.com/office/officeart/2018/2/layout/IconVerticalSolidList"/>
    <dgm:cxn modelId="{7ED9E306-EF5C-4E7F-B6A8-E9BB246B175A}" type="presParOf" srcId="{A4ABCF24-A68C-4859-A09A-718CA5F79FFA}" destId="{FCD5C5CF-82C2-42FC-AFA2-293902CA0568}" srcOrd="5" destOrd="0" presId="urn:microsoft.com/office/officeart/2018/2/layout/IconVerticalSolidList"/>
    <dgm:cxn modelId="{63097578-0BED-4044-9EE6-458702E9C078}" type="presParOf" srcId="{A4ABCF24-A68C-4859-A09A-718CA5F79FFA}" destId="{83889CFB-1FD5-42B7-B575-244617DF5B95}" srcOrd="6" destOrd="0" presId="urn:microsoft.com/office/officeart/2018/2/layout/IconVerticalSolidList"/>
    <dgm:cxn modelId="{6380EA6B-0A9A-4375-BADB-43F75DBFBC6E}" type="presParOf" srcId="{83889CFB-1FD5-42B7-B575-244617DF5B95}" destId="{582EB7F1-835C-4AE2-BB34-C6AD1683934D}" srcOrd="0" destOrd="0" presId="urn:microsoft.com/office/officeart/2018/2/layout/IconVerticalSolidList"/>
    <dgm:cxn modelId="{150C683D-FC49-484C-969F-ADA0A21413EC}" type="presParOf" srcId="{83889CFB-1FD5-42B7-B575-244617DF5B95}" destId="{E0154BCC-A668-41AA-B570-8503FB6E986C}" srcOrd="1" destOrd="0" presId="urn:microsoft.com/office/officeart/2018/2/layout/IconVerticalSolidList"/>
    <dgm:cxn modelId="{07025A2B-9E02-4E43-87DD-FA362D7ABFF5}" type="presParOf" srcId="{83889CFB-1FD5-42B7-B575-244617DF5B95}" destId="{860700B6-7B4D-4AE7-96EA-4C6902534586}" srcOrd="2" destOrd="0" presId="urn:microsoft.com/office/officeart/2018/2/layout/IconVerticalSolidList"/>
    <dgm:cxn modelId="{7C823D3A-D5EE-4AE3-86A1-02033DC7CDCC}" type="presParOf" srcId="{83889CFB-1FD5-42B7-B575-244617DF5B95}" destId="{A4CE7311-FA3D-4E9E-B4C9-EB5EEB3E62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2DAA9-F502-48FA-BD2B-051C63FB2A8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DD3BD7-F437-4A42-9B43-0D93F5B8CCAA}">
      <dgm:prSet/>
      <dgm:spPr/>
      <dgm:t>
        <a:bodyPr/>
        <a:lstStyle/>
        <a:p>
          <a:r>
            <a:rPr lang="en-US" b="0" i="0" baseline="0" dirty="0"/>
            <a:t>All templates tested with </a:t>
          </a:r>
          <a:r>
            <a:rPr lang="en-US" b="0" i="0" baseline="0" dirty="0" err="1"/>
            <a:t>az</a:t>
          </a:r>
          <a:r>
            <a:rPr lang="en-US" b="0" i="0" baseline="0" dirty="0"/>
            <a:t> deployment group what-if.</a:t>
          </a:r>
          <a:endParaRPr lang="en-US" dirty="0"/>
        </a:p>
      </dgm:t>
    </dgm:pt>
    <dgm:pt modelId="{69713B0E-D561-4670-A213-821749F21622}" type="parTrans" cxnId="{1F1BFA4D-222D-4A5A-9FA5-B85304C37531}">
      <dgm:prSet/>
      <dgm:spPr/>
      <dgm:t>
        <a:bodyPr/>
        <a:lstStyle/>
        <a:p>
          <a:endParaRPr lang="en-US"/>
        </a:p>
      </dgm:t>
    </dgm:pt>
    <dgm:pt modelId="{482F5B89-F7E8-46E2-8DF6-0B71D1A07108}" type="sibTrans" cxnId="{1F1BFA4D-222D-4A5A-9FA5-B85304C37531}">
      <dgm:prSet/>
      <dgm:spPr/>
      <dgm:t>
        <a:bodyPr/>
        <a:lstStyle/>
        <a:p>
          <a:endParaRPr lang="en-US"/>
        </a:p>
      </dgm:t>
    </dgm:pt>
    <dgm:pt modelId="{3EB76CA9-F502-4AA7-A503-40FD911C1FD3}">
      <dgm:prSet/>
      <dgm:spPr/>
      <dgm:t>
        <a:bodyPr/>
        <a:lstStyle/>
        <a:p>
          <a:r>
            <a:rPr lang="en-US" b="0" i="0" baseline="0"/>
            <a:t>Simulated deployments confirmed no schema errors or dependency conflicts.</a:t>
          </a:r>
          <a:endParaRPr lang="en-US"/>
        </a:p>
      </dgm:t>
    </dgm:pt>
    <dgm:pt modelId="{51EE5F7A-82A4-466D-9E0D-986F979C9D41}" type="parTrans" cxnId="{D0470B90-DEA4-4971-A3EC-3D056578F94A}">
      <dgm:prSet/>
      <dgm:spPr/>
      <dgm:t>
        <a:bodyPr/>
        <a:lstStyle/>
        <a:p>
          <a:endParaRPr lang="en-US"/>
        </a:p>
      </dgm:t>
    </dgm:pt>
    <dgm:pt modelId="{F6382DA8-65CF-4775-AF57-5913A6F7A021}" type="sibTrans" cxnId="{D0470B90-DEA4-4971-A3EC-3D056578F94A}">
      <dgm:prSet/>
      <dgm:spPr/>
      <dgm:t>
        <a:bodyPr/>
        <a:lstStyle/>
        <a:p>
          <a:endParaRPr lang="en-US"/>
        </a:p>
      </dgm:t>
    </dgm:pt>
    <dgm:pt modelId="{BBFBCFE5-738E-4349-B3C8-3255D8603F36}">
      <dgm:prSet/>
      <dgm:spPr/>
      <dgm:t>
        <a:bodyPr/>
        <a:lstStyle/>
        <a:p>
          <a:r>
            <a:rPr lang="en-US" b="0" i="0" baseline="0" dirty="0"/>
            <a:t>Zero cost incurred — no resources provisioned.</a:t>
          </a:r>
          <a:endParaRPr lang="en-US" dirty="0"/>
        </a:p>
      </dgm:t>
    </dgm:pt>
    <dgm:pt modelId="{286698F6-B043-4D96-9C34-69023CB595C3}" type="parTrans" cxnId="{472CB8AB-73AC-4065-AAF9-65E17D3B00AE}">
      <dgm:prSet/>
      <dgm:spPr/>
      <dgm:t>
        <a:bodyPr/>
        <a:lstStyle/>
        <a:p>
          <a:endParaRPr lang="en-US"/>
        </a:p>
      </dgm:t>
    </dgm:pt>
    <dgm:pt modelId="{80324E76-899B-4198-96DC-D815BB12B1D1}" type="sibTrans" cxnId="{472CB8AB-73AC-4065-AAF9-65E17D3B00AE}">
      <dgm:prSet/>
      <dgm:spPr/>
      <dgm:t>
        <a:bodyPr/>
        <a:lstStyle/>
        <a:p>
          <a:endParaRPr lang="en-US"/>
        </a:p>
      </dgm:t>
    </dgm:pt>
    <dgm:pt modelId="{58E9D102-2DDF-40F7-9365-987D72ADDC3A}">
      <dgm:prSet/>
      <dgm:spPr/>
      <dgm:t>
        <a:bodyPr/>
        <a:lstStyle/>
        <a:p>
          <a:r>
            <a:rPr lang="en-US" b="0" i="0" baseline="0" dirty="0"/>
            <a:t>Bicep version and Azure CLI validated for compatibility.</a:t>
          </a:r>
          <a:endParaRPr lang="en-US" dirty="0"/>
        </a:p>
      </dgm:t>
    </dgm:pt>
    <dgm:pt modelId="{4AC903F0-21B2-4FE6-9C37-6F76A9108896}" type="parTrans" cxnId="{3CC54823-1885-44F6-A72B-5A3A85E0A309}">
      <dgm:prSet/>
      <dgm:spPr/>
      <dgm:t>
        <a:bodyPr/>
        <a:lstStyle/>
        <a:p>
          <a:endParaRPr lang="en-US"/>
        </a:p>
      </dgm:t>
    </dgm:pt>
    <dgm:pt modelId="{E6DC36C9-E0B1-4535-9664-AB804ECF85B3}" type="sibTrans" cxnId="{3CC54823-1885-44F6-A72B-5A3A85E0A309}">
      <dgm:prSet/>
      <dgm:spPr/>
      <dgm:t>
        <a:bodyPr/>
        <a:lstStyle/>
        <a:p>
          <a:endParaRPr lang="en-US"/>
        </a:p>
      </dgm:t>
    </dgm:pt>
    <dgm:pt modelId="{8B0A3E4B-A8EE-4043-B39C-71E4C51F37C4}" type="pres">
      <dgm:prSet presAssocID="{05D2DAA9-F502-48FA-BD2B-051C63FB2A86}" presName="outerComposite" presStyleCnt="0">
        <dgm:presLayoutVars>
          <dgm:chMax val="5"/>
          <dgm:dir/>
          <dgm:resizeHandles val="exact"/>
        </dgm:presLayoutVars>
      </dgm:prSet>
      <dgm:spPr/>
    </dgm:pt>
    <dgm:pt modelId="{D9FD2091-DEA7-452D-A144-59E50B36CD7A}" type="pres">
      <dgm:prSet presAssocID="{05D2DAA9-F502-48FA-BD2B-051C63FB2A86}" presName="dummyMaxCanvas" presStyleCnt="0">
        <dgm:presLayoutVars/>
      </dgm:prSet>
      <dgm:spPr/>
    </dgm:pt>
    <dgm:pt modelId="{C4E519DB-9D1A-41E3-971B-F425E3FE8086}" type="pres">
      <dgm:prSet presAssocID="{05D2DAA9-F502-48FA-BD2B-051C63FB2A86}" presName="FourNodes_1" presStyleLbl="node1" presStyleIdx="0" presStyleCnt="4">
        <dgm:presLayoutVars>
          <dgm:bulletEnabled val="1"/>
        </dgm:presLayoutVars>
      </dgm:prSet>
      <dgm:spPr/>
    </dgm:pt>
    <dgm:pt modelId="{1CC10EAA-8F68-4CEC-9319-54B8EAF2DD2C}" type="pres">
      <dgm:prSet presAssocID="{05D2DAA9-F502-48FA-BD2B-051C63FB2A86}" presName="FourNodes_2" presStyleLbl="node1" presStyleIdx="1" presStyleCnt="4">
        <dgm:presLayoutVars>
          <dgm:bulletEnabled val="1"/>
        </dgm:presLayoutVars>
      </dgm:prSet>
      <dgm:spPr/>
    </dgm:pt>
    <dgm:pt modelId="{D43DEDE6-214E-4A3B-93A3-D9C9B714F960}" type="pres">
      <dgm:prSet presAssocID="{05D2DAA9-F502-48FA-BD2B-051C63FB2A86}" presName="FourNodes_3" presStyleLbl="node1" presStyleIdx="2" presStyleCnt="4">
        <dgm:presLayoutVars>
          <dgm:bulletEnabled val="1"/>
        </dgm:presLayoutVars>
      </dgm:prSet>
      <dgm:spPr/>
    </dgm:pt>
    <dgm:pt modelId="{4C3D755E-0D5F-4B34-9A1C-61D80F8871D6}" type="pres">
      <dgm:prSet presAssocID="{05D2DAA9-F502-48FA-BD2B-051C63FB2A86}" presName="FourNodes_4" presStyleLbl="node1" presStyleIdx="3" presStyleCnt="4">
        <dgm:presLayoutVars>
          <dgm:bulletEnabled val="1"/>
        </dgm:presLayoutVars>
      </dgm:prSet>
      <dgm:spPr/>
    </dgm:pt>
    <dgm:pt modelId="{D506518B-D4C5-42C3-B3CC-DB22C479DBEC}" type="pres">
      <dgm:prSet presAssocID="{05D2DAA9-F502-48FA-BD2B-051C63FB2A86}" presName="FourConn_1-2" presStyleLbl="fgAccFollowNode1" presStyleIdx="0" presStyleCnt="3">
        <dgm:presLayoutVars>
          <dgm:bulletEnabled val="1"/>
        </dgm:presLayoutVars>
      </dgm:prSet>
      <dgm:spPr/>
    </dgm:pt>
    <dgm:pt modelId="{24094E51-0BF9-4481-873A-39D94A7E7D3D}" type="pres">
      <dgm:prSet presAssocID="{05D2DAA9-F502-48FA-BD2B-051C63FB2A86}" presName="FourConn_2-3" presStyleLbl="fgAccFollowNode1" presStyleIdx="1" presStyleCnt="3">
        <dgm:presLayoutVars>
          <dgm:bulletEnabled val="1"/>
        </dgm:presLayoutVars>
      </dgm:prSet>
      <dgm:spPr/>
    </dgm:pt>
    <dgm:pt modelId="{56AC7CE7-4602-4A2E-8642-34848CDD09F2}" type="pres">
      <dgm:prSet presAssocID="{05D2DAA9-F502-48FA-BD2B-051C63FB2A86}" presName="FourConn_3-4" presStyleLbl="fgAccFollowNode1" presStyleIdx="2" presStyleCnt="3">
        <dgm:presLayoutVars>
          <dgm:bulletEnabled val="1"/>
        </dgm:presLayoutVars>
      </dgm:prSet>
      <dgm:spPr/>
    </dgm:pt>
    <dgm:pt modelId="{C5224281-E264-4069-BFFC-05E99E701BF9}" type="pres">
      <dgm:prSet presAssocID="{05D2DAA9-F502-48FA-BD2B-051C63FB2A86}" presName="FourNodes_1_text" presStyleLbl="node1" presStyleIdx="3" presStyleCnt="4">
        <dgm:presLayoutVars>
          <dgm:bulletEnabled val="1"/>
        </dgm:presLayoutVars>
      </dgm:prSet>
      <dgm:spPr/>
    </dgm:pt>
    <dgm:pt modelId="{1D913CA8-F8D1-42DF-AC38-E7ACD708286E}" type="pres">
      <dgm:prSet presAssocID="{05D2DAA9-F502-48FA-BD2B-051C63FB2A86}" presName="FourNodes_2_text" presStyleLbl="node1" presStyleIdx="3" presStyleCnt="4">
        <dgm:presLayoutVars>
          <dgm:bulletEnabled val="1"/>
        </dgm:presLayoutVars>
      </dgm:prSet>
      <dgm:spPr/>
    </dgm:pt>
    <dgm:pt modelId="{EC824BB8-BF68-4E58-9BEA-0B4CCE899037}" type="pres">
      <dgm:prSet presAssocID="{05D2DAA9-F502-48FA-BD2B-051C63FB2A86}" presName="FourNodes_3_text" presStyleLbl="node1" presStyleIdx="3" presStyleCnt="4">
        <dgm:presLayoutVars>
          <dgm:bulletEnabled val="1"/>
        </dgm:presLayoutVars>
      </dgm:prSet>
      <dgm:spPr/>
    </dgm:pt>
    <dgm:pt modelId="{F6133FBF-503D-4AB3-953A-4755451F2173}" type="pres">
      <dgm:prSet presAssocID="{05D2DAA9-F502-48FA-BD2B-051C63FB2A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6C8B915-D043-4A51-A60B-F5A9A63E85D6}" type="presOf" srcId="{3EB76CA9-F502-4AA7-A503-40FD911C1FD3}" destId="{1CC10EAA-8F68-4CEC-9319-54B8EAF2DD2C}" srcOrd="0" destOrd="0" presId="urn:microsoft.com/office/officeart/2005/8/layout/vProcess5"/>
    <dgm:cxn modelId="{3CC54823-1885-44F6-A72B-5A3A85E0A309}" srcId="{05D2DAA9-F502-48FA-BD2B-051C63FB2A86}" destId="{58E9D102-2DDF-40F7-9365-987D72ADDC3A}" srcOrd="3" destOrd="0" parTransId="{4AC903F0-21B2-4FE6-9C37-6F76A9108896}" sibTransId="{E6DC36C9-E0B1-4535-9664-AB804ECF85B3}"/>
    <dgm:cxn modelId="{A9DBBE34-3EA2-4144-A612-FBDC7B2D9391}" type="presOf" srcId="{58E9D102-2DDF-40F7-9365-987D72ADDC3A}" destId="{F6133FBF-503D-4AB3-953A-4755451F2173}" srcOrd="1" destOrd="0" presId="urn:microsoft.com/office/officeart/2005/8/layout/vProcess5"/>
    <dgm:cxn modelId="{3075FD36-C0CA-48F6-A32B-7B5FB805C4EE}" type="presOf" srcId="{F6382DA8-65CF-4775-AF57-5913A6F7A021}" destId="{24094E51-0BF9-4481-873A-39D94A7E7D3D}" srcOrd="0" destOrd="0" presId="urn:microsoft.com/office/officeart/2005/8/layout/vProcess5"/>
    <dgm:cxn modelId="{0F334642-AC10-4732-9B12-7FF9C278089A}" type="presOf" srcId="{80324E76-899B-4198-96DC-D815BB12B1D1}" destId="{56AC7CE7-4602-4A2E-8642-34848CDD09F2}" srcOrd="0" destOrd="0" presId="urn:microsoft.com/office/officeart/2005/8/layout/vProcess5"/>
    <dgm:cxn modelId="{7A3ACE64-2628-41D3-BDD8-64E509293444}" type="presOf" srcId="{61DD3BD7-F437-4A42-9B43-0D93F5B8CCAA}" destId="{C4E519DB-9D1A-41E3-971B-F425E3FE8086}" srcOrd="0" destOrd="0" presId="urn:microsoft.com/office/officeart/2005/8/layout/vProcess5"/>
    <dgm:cxn modelId="{7B3A826B-1B77-4F97-93EF-337C28131A1F}" type="presOf" srcId="{482F5B89-F7E8-46E2-8DF6-0B71D1A07108}" destId="{D506518B-D4C5-42C3-B3CC-DB22C479DBEC}" srcOrd="0" destOrd="0" presId="urn:microsoft.com/office/officeart/2005/8/layout/vProcess5"/>
    <dgm:cxn modelId="{1F1BFA4D-222D-4A5A-9FA5-B85304C37531}" srcId="{05D2DAA9-F502-48FA-BD2B-051C63FB2A86}" destId="{61DD3BD7-F437-4A42-9B43-0D93F5B8CCAA}" srcOrd="0" destOrd="0" parTransId="{69713B0E-D561-4670-A213-821749F21622}" sibTransId="{482F5B89-F7E8-46E2-8DF6-0B71D1A07108}"/>
    <dgm:cxn modelId="{FD11B476-7489-4EEA-B70C-B5CC7ADBD965}" type="presOf" srcId="{3EB76CA9-F502-4AA7-A503-40FD911C1FD3}" destId="{1D913CA8-F8D1-42DF-AC38-E7ACD708286E}" srcOrd="1" destOrd="0" presId="urn:microsoft.com/office/officeart/2005/8/layout/vProcess5"/>
    <dgm:cxn modelId="{8957CB7A-F57F-45C5-9911-311CE923FD85}" type="presOf" srcId="{BBFBCFE5-738E-4349-B3C8-3255D8603F36}" destId="{EC824BB8-BF68-4E58-9BEA-0B4CCE899037}" srcOrd="1" destOrd="0" presId="urn:microsoft.com/office/officeart/2005/8/layout/vProcess5"/>
    <dgm:cxn modelId="{D0470B90-DEA4-4971-A3EC-3D056578F94A}" srcId="{05D2DAA9-F502-48FA-BD2B-051C63FB2A86}" destId="{3EB76CA9-F502-4AA7-A503-40FD911C1FD3}" srcOrd="1" destOrd="0" parTransId="{51EE5F7A-82A4-466D-9E0D-986F979C9D41}" sibTransId="{F6382DA8-65CF-4775-AF57-5913A6F7A021}"/>
    <dgm:cxn modelId="{67423FA8-F0E3-4996-A0AB-4EA7AF1CB95A}" type="presOf" srcId="{05D2DAA9-F502-48FA-BD2B-051C63FB2A86}" destId="{8B0A3E4B-A8EE-4043-B39C-71E4C51F37C4}" srcOrd="0" destOrd="0" presId="urn:microsoft.com/office/officeart/2005/8/layout/vProcess5"/>
    <dgm:cxn modelId="{55FCD9A8-DBF2-41B4-A923-7A41703685AF}" type="presOf" srcId="{61DD3BD7-F437-4A42-9B43-0D93F5B8CCAA}" destId="{C5224281-E264-4069-BFFC-05E99E701BF9}" srcOrd="1" destOrd="0" presId="urn:microsoft.com/office/officeart/2005/8/layout/vProcess5"/>
    <dgm:cxn modelId="{8F89BBAA-0F9A-4AF4-A9CE-A32FDEBC58DF}" type="presOf" srcId="{BBFBCFE5-738E-4349-B3C8-3255D8603F36}" destId="{D43DEDE6-214E-4A3B-93A3-D9C9B714F960}" srcOrd="0" destOrd="0" presId="urn:microsoft.com/office/officeart/2005/8/layout/vProcess5"/>
    <dgm:cxn modelId="{472CB8AB-73AC-4065-AAF9-65E17D3B00AE}" srcId="{05D2DAA9-F502-48FA-BD2B-051C63FB2A86}" destId="{BBFBCFE5-738E-4349-B3C8-3255D8603F36}" srcOrd="2" destOrd="0" parTransId="{286698F6-B043-4D96-9C34-69023CB595C3}" sibTransId="{80324E76-899B-4198-96DC-D815BB12B1D1}"/>
    <dgm:cxn modelId="{C8E29DB9-288E-412F-AE29-6F0CC6B03E99}" type="presOf" srcId="{58E9D102-2DDF-40F7-9365-987D72ADDC3A}" destId="{4C3D755E-0D5F-4B34-9A1C-61D80F8871D6}" srcOrd="0" destOrd="0" presId="urn:microsoft.com/office/officeart/2005/8/layout/vProcess5"/>
    <dgm:cxn modelId="{735FE8A5-EE11-4410-BC2E-07FEFB38727E}" type="presParOf" srcId="{8B0A3E4B-A8EE-4043-B39C-71E4C51F37C4}" destId="{D9FD2091-DEA7-452D-A144-59E50B36CD7A}" srcOrd="0" destOrd="0" presId="urn:microsoft.com/office/officeart/2005/8/layout/vProcess5"/>
    <dgm:cxn modelId="{053D6F38-86EA-46DD-A0FD-C6F768B7B22D}" type="presParOf" srcId="{8B0A3E4B-A8EE-4043-B39C-71E4C51F37C4}" destId="{C4E519DB-9D1A-41E3-971B-F425E3FE8086}" srcOrd="1" destOrd="0" presId="urn:microsoft.com/office/officeart/2005/8/layout/vProcess5"/>
    <dgm:cxn modelId="{F277E20C-C836-46F7-969F-35100D2C60FD}" type="presParOf" srcId="{8B0A3E4B-A8EE-4043-B39C-71E4C51F37C4}" destId="{1CC10EAA-8F68-4CEC-9319-54B8EAF2DD2C}" srcOrd="2" destOrd="0" presId="urn:microsoft.com/office/officeart/2005/8/layout/vProcess5"/>
    <dgm:cxn modelId="{70CE4661-0446-40E6-9404-10E961B768CB}" type="presParOf" srcId="{8B0A3E4B-A8EE-4043-B39C-71E4C51F37C4}" destId="{D43DEDE6-214E-4A3B-93A3-D9C9B714F960}" srcOrd="3" destOrd="0" presId="urn:microsoft.com/office/officeart/2005/8/layout/vProcess5"/>
    <dgm:cxn modelId="{C639E9AE-8AFC-420E-B640-414BFCE09EAA}" type="presParOf" srcId="{8B0A3E4B-A8EE-4043-B39C-71E4C51F37C4}" destId="{4C3D755E-0D5F-4B34-9A1C-61D80F8871D6}" srcOrd="4" destOrd="0" presId="urn:microsoft.com/office/officeart/2005/8/layout/vProcess5"/>
    <dgm:cxn modelId="{EC7ED801-AD8A-4DBA-907D-4EFEFAC9BE6E}" type="presParOf" srcId="{8B0A3E4B-A8EE-4043-B39C-71E4C51F37C4}" destId="{D506518B-D4C5-42C3-B3CC-DB22C479DBEC}" srcOrd="5" destOrd="0" presId="urn:microsoft.com/office/officeart/2005/8/layout/vProcess5"/>
    <dgm:cxn modelId="{C350A008-2958-4CA6-99DE-5AAC6D62CA88}" type="presParOf" srcId="{8B0A3E4B-A8EE-4043-B39C-71E4C51F37C4}" destId="{24094E51-0BF9-4481-873A-39D94A7E7D3D}" srcOrd="6" destOrd="0" presId="urn:microsoft.com/office/officeart/2005/8/layout/vProcess5"/>
    <dgm:cxn modelId="{4E59D270-FD2C-46DA-ACBD-E1FA8EF556A2}" type="presParOf" srcId="{8B0A3E4B-A8EE-4043-B39C-71E4C51F37C4}" destId="{56AC7CE7-4602-4A2E-8642-34848CDD09F2}" srcOrd="7" destOrd="0" presId="urn:microsoft.com/office/officeart/2005/8/layout/vProcess5"/>
    <dgm:cxn modelId="{08291ADC-566B-4629-94F4-78D482C49220}" type="presParOf" srcId="{8B0A3E4B-A8EE-4043-B39C-71E4C51F37C4}" destId="{C5224281-E264-4069-BFFC-05E99E701BF9}" srcOrd="8" destOrd="0" presId="urn:microsoft.com/office/officeart/2005/8/layout/vProcess5"/>
    <dgm:cxn modelId="{A5EBD36D-0756-4310-986C-945A60624113}" type="presParOf" srcId="{8B0A3E4B-A8EE-4043-B39C-71E4C51F37C4}" destId="{1D913CA8-F8D1-42DF-AC38-E7ACD708286E}" srcOrd="9" destOrd="0" presId="urn:microsoft.com/office/officeart/2005/8/layout/vProcess5"/>
    <dgm:cxn modelId="{563EFBF3-09D4-4F69-987E-04C571D64E12}" type="presParOf" srcId="{8B0A3E4B-A8EE-4043-B39C-71E4C51F37C4}" destId="{EC824BB8-BF68-4E58-9BEA-0B4CCE899037}" srcOrd="10" destOrd="0" presId="urn:microsoft.com/office/officeart/2005/8/layout/vProcess5"/>
    <dgm:cxn modelId="{F3B8512A-CB36-4E55-B051-10EADFF7DC7B}" type="presParOf" srcId="{8B0A3E4B-A8EE-4043-B39C-71E4C51F37C4}" destId="{F6133FBF-503D-4AB3-953A-4755451F2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623825-2F4D-4620-AC90-0AF53717AC5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8A9FAE-5BAB-470A-9B8E-8750F223A7DF}">
      <dgm:prSet/>
      <dgm:spPr/>
      <dgm:t>
        <a:bodyPr/>
        <a:lstStyle/>
        <a:p>
          <a:r>
            <a:rPr lang="en-US" dirty="0"/>
            <a:t>Design decisions prioritized cost-efficiency, maintainability, and alignment with Azure best practices</a:t>
          </a:r>
        </a:p>
      </dgm:t>
    </dgm:pt>
    <dgm:pt modelId="{1F480A01-19AB-4BFD-B92F-690EFEB86345}" type="parTrans" cxnId="{65C878CB-F6BF-4250-90B9-971F7B11FB8A}">
      <dgm:prSet/>
      <dgm:spPr/>
      <dgm:t>
        <a:bodyPr/>
        <a:lstStyle/>
        <a:p>
          <a:endParaRPr lang="en-US"/>
        </a:p>
      </dgm:t>
    </dgm:pt>
    <dgm:pt modelId="{C7FC8FCC-9574-451A-81C2-F6E7F7999742}" type="sibTrans" cxnId="{65C878CB-F6BF-4250-90B9-971F7B11FB8A}">
      <dgm:prSet/>
      <dgm:spPr/>
      <dgm:t>
        <a:bodyPr/>
        <a:lstStyle/>
        <a:p>
          <a:endParaRPr lang="en-US"/>
        </a:p>
      </dgm:t>
    </dgm:pt>
    <dgm:pt modelId="{1F60F297-C71D-4EDE-BEA0-7A911012E33C}">
      <dgm:prSet/>
      <dgm:spPr/>
      <dgm:t>
        <a:bodyPr/>
        <a:lstStyle/>
        <a:p>
          <a:r>
            <a:rPr lang="en-US" dirty="0"/>
            <a:t>Deferred full monitoring deployment to Step 8 → avoid cost.</a:t>
          </a:r>
        </a:p>
      </dgm:t>
    </dgm:pt>
    <dgm:pt modelId="{E84C5953-B359-4182-9F04-015C432B8BEC}" type="parTrans" cxnId="{06301D8C-9F36-410A-BA8B-F635D718364F}">
      <dgm:prSet/>
      <dgm:spPr/>
      <dgm:t>
        <a:bodyPr/>
        <a:lstStyle/>
        <a:p>
          <a:endParaRPr lang="en-US"/>
        </a:p>
      </dgm:t>
    </dgm:pt>
    <dgm:pt modelId="{F4820F93-9456-4909-A030-553E744BF0DF}" type="sibTrans" cxnId="{06301D8C-9F36-410A-BA8B-F635D718364F}">
      <dgm:prSet/>
      <dgm:spPr/>
      <dgm:t>
        <a:bodyPr/>
        <a:lstStyle/>
        <a:p>
          <a:endParaRPr lang="en-US"/>
        </a:p>
      </dgm:t>
    </dgm:pt>
    <dgm:pt modelId="{4D735BBD-1D62-40A2-92FA-203DC8ADF8BE}">
      <dgm:prSet/>
      <dgm:spPr/>
      <dgm:t>
        <a:bodyPr/>
        <a:lstStyle/>
        <a:p>
          <a:r>
            <a:rPr lang="en-US" dirty="0"/>
            <a:t>Simplified network segmentation → 1 </a:t>
          </a:r>
          <a:r>
            <a:rPr lang="en-US" dirty="0" err="1"/>
            <a:t>VNet</a:t>
          </a:r>
          <a:r>
            <a:rPr lang="en-US" dirty="0"/>
            <a:t> + subnets vs. multi-</a:t>
          </a:r>
          <a:r>
            <a:rPr lang="en-US" dirty="0" err="1"/>
            <a:t>VNet</a:t>
          </a:r>
          <a:r>
            <a:rPr lang="en-US" dirty="0"/>
            <a:t> for manageability</a:t>
          </a:r>
        </a:p>
      </dgm:t>
    </dgm:pt>
    <dgm:pt modelId="{5DD8FB31-DC69-44F0-96D0-6EE95281BEF0}" type="parTrans" cxnId="{0FBE4A46-AA45-4B51-9DC7-0AC59AEBB141}">
      <dgm:prSet/>
      <dgm:spPr/>
      <dgm:t>
        <a:bodyPr/>
        <a:lstStyle/>
        <a:p>
          <a:endParaRPr lang="en-US"/>
        </a:p>
      </dgm:t>
    </dgm:pt>
    <dgm:pt modelId="{150ED995-4A89-4F0F-8EE4-0E0AADC5D4BB}" type="sibTrans" cxnId="{0FBE4A46-AA45-4B51-9DC7-0AC59AEBB141}">
      <dgm:prSet/>
      <dgm:spPr/>
      <dgm:t>
        <a:bodyPr/>
        <a:lstStyle/>
        <a:p>
          <a:endParaRPr lang="en-US"/>
        </a:p>
      </dgm:t>
    </dgm:pt>
    <dgm:pt modelId="{99CB505F-E5CF-400D-8AC1-7ADFC234E648}">
      <dgm:prSet/>
      <dgm:spPr/>
      <dgm:t>
        <a:bodyPr/>
        <a:lstStyle/>
        <a:p>
          <a:r>
            <a:rPr lang="en-US" dirty="0"/>
            <a:t>Chose Bicep over ARM JSON → cleaner syntax &amp; modular reuse.</a:t>
          </a:r>
        </a:p>
      </dgm:t>
    </dgm:pt>
    <dgm:pt modelId="{39256408-8E24-4629-897C-35C6CD57F573}" type="parTrans" cxnId="{CB71BE4C-4291-4D46-9205-1B43AA20BFBD}">
      <dgm:prSet/>
      <dgm:spPr/>
      <dgm:t>
        <a:bodyPr/>
        <a:lstStyle/>
        <a:p>
          <a:endParaRPr lang="en-US"/>
        </a:p>
      </dgm:t>
    </dgm:pt>
    <dgm:pt modelId="{0B03937D-B566-4295-B2F4-17EDCFC177D9}" type="sibTrans" cxnId="{CB71BE4C-4291-4D46-9205-1B43AA20BFBD}">
      <dgm:prSet/>
      <dgm:spPr/>
      <dgm:t>
        <a:bodyPr/>
        <a:lstStyle/>
        <a:p>
          <a:endParaRPr lang="en-US"/>
        </a:p>
      </dgm:t>
    </dgm:pt>
    <dgm:pt modelId="{BEED2C3D-DB26-44FC-95B0-DCB792EFA9CF}" type="pres">
      <dgm:prSet presAssocID="{AA623825-2F4D-4620-AC90-0AF53717AC52}" presName="linear" presStyleCnt="0">
        <dgm:presLayoutVars>
          <dgm:animLvl val="lvl"/>
          <dgm:resizeHandles val="exact"/>
        </dgm:presLayoutVars>
      </dgm:prSet>
      <dgm:spPr/>
    </dgm:pt>
    <dgm:pt modelId="{9D944D42-D523-448A-9879-A8A76AC50E02}" type="pres">
      <dgm:prSet presAssocID="{CD8A9FAE-5BAB-470A-9B8E-8750F223A7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7B83D9-FF6B-461C-9ACB-13122FCEE5F6}" type="pres">
      <dgm:prSet presAssocID="{C7FC8FCC-9574-451A-81C2-F6E7F7999742}" presName="spacer" presStyleCnt="0"/>
      <dgm:spPr/>
    </dgm:pt>
    <dgm:pt modelId="{154B5CAA-3E05-4DAE-8004-AA41D232C4CC}" type="pres">
      <dgm:prSet presAssocID="{99CB505F-E5CF-400D-8AC1-7ADFC234E6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6C176-0C0C-4DF8-919A-AD4C5D9CF8FF}" type="pres">
      <dgm:prSet presAssocID="{0B03937D-B566-4295-B2F4-17EDCFC177D9}" presName="spacer" presStyleCnt="0"/>
      <dgm:spPr/>
    </dgm:pt>
    <dgm:pt modelId="{1BF0EEAF-6734-4834-B3A8-887E5D589F1D}" type="pres">
      <dgm:prSet presAssocID="{1F60F297-C71D-4EDE-BEA0-7A911012E3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2A52B1-408A-473B-BEDC-70CBF7CF102D}" type="pres">
      <dgm:prSet presAssocID="{F4820F93-9456-4909-A030-553E744BF0DF}" presName="spacer" presStyleCnt="0"/>
      <dgm:spPr/>
    </dgm:pt>
    <dgm:pt modelId="{1EB16CBB-7365-4A0F-A0B1-DE58F21FF196}" type="pres">
      <dgm:prSet presAssocID="{4D735BBD-1D62-40A2-92FA-203DC8ADF8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6E460D-702C-448C-BF32-6D84CA8958C7}" type="presOf" srcId="{AA623825-2F4D-4620-AC90-0AF53717AC52}" destId="{BEED2C3D-DB26-44FC-95B0-DCB792EFA9CF}" srcOrd="0" destOrd="0" presId="urn:microsoft.com/office/officeart/2005/8/layout/vList2"/>
    <dgm:cxn modelId="{0FBE4A46-AA45-4B51-9DC7-0AC59AEBB141}" srcId="{AA623825-2F4D-4620-AC90-0AF53717AC52}" destId="{4D735BBD-1D62-40A2-92FA-203DC8ADF8BE}" srcOrd="3" destOrd="0" parTransId="{5DD8FB31-DC69-44F0-96D0-6EE95281BEF0}" sibTransId="{150ED995-4A89-4F0F-8EE4-0E0AADC5D4BB}"/>
    <dgm:cxn modelId="{C49D3967-0B6F-40DE-8295-40B535314696}" type="presOf" srcId="{4D735BBD-1D62-40A2-92FA-203DC8ADF8BE}" destId="{1EB16CBB-7365-4A0F-A0B1-DE58F21FF196}" srcOrd="0" destOrd="0" presId="urn:microsoft.com/office/officeart/2005/8/layout/vList2"/>
    <dgm:cxn modelId="{32CB826B-7DC5-4AFE-9B1A-C9EB8828C3CF}" type="presOf" srcId="{CD8A9FAE-5BAB-470A-9B8E-8750F223A7DF}" destId="{9D944D42-D523-448A-9879-A8A76AC50E02}" srcOrd="0" destOrd="0" presId="urn:microsoft.com/office/officeart/2005/8/layout/vList2"/>
    <dgm:cxn modelId="{CB71BE4C-4291-4D46-9205-1B43AA20BFBD}" srcId="{AA623825-2F4D-4620-AC90-0AF53717AC52}" destId="{99CB505F-E5CF-400D-8AC1-7ADFC234E648}" srcOrd="1" destOrd="0" parTransId="{39256408-8E24-4629-897C-35C6CD57F573}" sibTransId="{0B03937D-B566-4295-B2F4-17EDCFC177D9}"/>
    <dgm:cxn modelId="{06301D8C-9F36-410A-BA8B-F635D718364F}" srcId="{AA623825-2F4D-4620-AC90-0AF53717AC52}" destId="{1F60F297-C71D-4EDE-BEA0-7A911012E33C}" srcOrd="2" destOrd="0" parTransId="{E84C5953-B359-4182-9F04-015C432B8BEC}" sibTransId="{F4820F93-9456-4909-A030-553E744BF0DF}"/>
    <dgm:cxn modelId="{AF2B21C3-0CB4-4439-9207-223A3924A3A2}" type="presOf" srcId="{1F60F297-C71D-4EDE-BEA0-7A911012E33C}" destId="{1BF0EEAF-6734-4834-B3A8-887E5D589F1D}" srcOrd="0" destOrd="0" presId="urn:microsoft.com/office/officeart/2005/8/layout/vList2"/>
    <dgm:cxn modelId="{65C878CB-F6BF-4250-90B9-971F7B11FB8A}" srcId="{AA623825-2F4D-4620-AC90-0AF53717AC52}" destId="{CD8A9FAE-5BAB-470A-9B8E-8750F223A7DF}" srcOrd="0" destOrd="0" parTransId="{1F480A01-19AB-4BFD-B92F-690EFEB86345}" sibTransId="{C7FC8FCC-9574-451A-81C2-F6E7F7999742}"/>
    <dgm:cxn modelId="{C64AE1D3-26BC-4A15-8C2A-0388576D842D}" type="presOf" srcId="{99CB505F-E5CF-400D-8AC1-7ADFC234E648}" destId="{154B5CAA-3E05-4DAE-8004-AA41D232C4CC}" srcOrd="0" destOrd="0" presId="urn:microsoft.com/office/officeart/2005/8/layout/vList2"/>
    <dgm:cxn modelId="{4039A8FF-F8B4-47CC-ADFA-06F633751DF9}" type="presParOf" srcId="{BEED2C3D-DB26-44FC-95B0-DCB792EFA9CF}" destId="{9D944D42-D523-448A-9879-A8A76AC50E02}" srcOrd="0" destOrd="0" presId="urn:microsoft.com/office/officeart/2005/8/layout/vList2"/>
    <dgm:cxn modelId="{90ED114E-DC6A-43CB-B887-88C8CFF485A3}" type="presParOf" srcId="{BEED2C3D-DB26-44FC-95B0-DCB792EFA9CF}" destId="{907B83D9-FF6B-461C-9ACB-13122FCEE5F6}" srcOrd="1" destOrd="0" presId="urn:microsoft.com/office/officeart/2005/8/layout/vList2"/>
    <dgm:cxn modelId="{DDC43F99-A249-43DD-98F2-3684EA062124}" type="presParOf" srcId="{BEED2C3D-DB26-44FC-95B0-DCB792EFA9CF}" destId="{154B5CAA-3E05-4DAE-8004-AA41D232C4CC}" srcOrd="2" destOrd="0" presId="urn:microsoft.com/office/officeart/2005/8/layout/vList2"/>
    <dgm:cxn modelId="{E4C7F3F4-33AC-459A-88AF-BF09D76FF492}" type="presParOf" srcId="{BEED2C3D-DB26-44FC-95B0-DCB792EFA9CF}" destId="{6FD6C176-0C0C-4DF8-919A-AD4C5D9CF8FF}" srcOrd="3" destOrd="0" presId="urn:microsoft.com/office/officeart/2005/8/layout/vList2"/>
    <dgm:cxn modelId="{5440402B-76D2-412F-AD34-96871AD450EA}" type="presParOf" srcId="{BEED2C3D-DB26-44FC-95B0-DCB792EFA9CF}" destId="{1BF0EEAF-6734-4834-B3A8-887E5D589F1D}" srcOrd="4" destOrd="0" presId="urn:microsoft.com/office/officeart/2005/8/layout/vList2"/>
    <dgm:cxn modelId="{819F8599-9AD5-4EAD-9AC8-9B3557029540}" type="presParOf" srcId="{BEED2C3D-DB26-44FC-95B0-DCB792EFA9CF}" destId="{052A52B1-408A-473B-BEDC-70CBF7CF102D}" srcOrd="5" destOrd="0" presId="urn:microsoft.com/office/officeart/2005/8/layout/vList2"/>
    <dgm:cxn modelId="{D4E62898-8879-4704-B380-5FFC1407A4C5}" type="presParOf" srcId="{BEED2C3D-DB26-44FC-95B0-DCB792EFA9CF}" destId="{1EB16CBB-7365-4A0F-A0B1-DE58F21FF1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8F6DD2-6F52-4FEA-9186-C538336BF0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194033-9650-4EF0-AD3A-E66AB93C5E5F}">
      <dgm:prSet/>
      <dgm:spPr/>
      <dgm:t>
        <a:bodyPr/>
        <a:lstStyle/>
        <a:p>
          <a:r>
            <a:rPr lang="en-US" b="0" i="0" baseline="0"/>
            <a:t>Six Bicep modules + main.bicep validated green via what-if.</a:t>
          </a:r>
          <a:endParaRPr lang="en-US"/>
        </a:p>
      </dgm:t>
    </dgm:pt>
    <dgm:pt modelId="{0EE633A1-5936-4258-AEF4-F7F78EB209E5}" type="parTrans" cxnId="{72E7AB28-74C3-49D6-9CEC-0BCF28BBB629}">
      <dgm:prSet/>
      <dgm:spPr/>
      <dgm:t>
        <a:bodyPr/>
        <a:lstStyle/>
        <a:p>
          <a:endParaRPr lang="en-US"/>
        </a:p>
      </dgm:t>
    </dgm:pt>
    <dgm:pt modelId="{3036B342-D61C-4C91-9289-8B9922CF5758}" type="sibTrans" cxnId="{72E7AB28-74C3-49D6-9CEC-0BCF28BBB629}">
      <dgm:prSet/>
      <dgm:spPr/>
      <dgm:t>
        <a:bodyPr/>
        <a:lstStyle/>
        <a:p>
          <a:endParaRPr lang="en-US"/>
        </a:p>
      </dgm:t>
    </dgm:pt>
    <dgm:pt modelId="{7637F691-F685-45EA-A49A-5C0F9780F47F}">
      <dgm:prSet/>
      <dgm:spPr/>
      <dgm:t>
        <a:bodyPr/>
        <a:lstStyle/>
        <a:p>
          <a:r>
            <a:rPr lang="en-US" b="0" i="0" baseline="0"/>
            <a:t>Architecture diagram and IaC definitions committed to step7-</a:t>
          </a:r>
          <a:r>
            <a:rPr lang="en-US"/>
            <a:t>submission</a:t>
          </a:r>
          <a:r>
            <a:rPr lang="en-US" b="0" i="0" baseline="0"/>
            <a:t>.</a:t>
          </a:r>
          <a:endParaRPr lang="en-US"/>
        </a:p>
      </dgm:t>
    </dgm:pt>
    <dgm:pt modelId="{E282E154-4294-440B-A1EF-DED3C848F4EF}" type="parTrans" cxnId="{A048B670-DC55-4464-83EC-DF2A4D0E9C6B}">
      <dgm:prSet/>
      <dgm:spPr/>
      <dgm:t>
        <a:bodyPr/>
        <a:lstStyle/>
        <a:p>
          <a:endParaRPr lang="en-US"/>
        </a:p>
      </dgm:t>
    </dgm:pt>
    <dgm:pt modelId="{A6C01A80-3873-41BB-9EB4-BEE209CE994E}" type="sibTrans" cxnId="{A048B670-DC55-4464-83EC-DF2A4D0E9C6B}">
      <dgm:prSet/>
      <dgm:spPr/>
      <dgm:t>
        <a:bodyPr/>
        <a:lstStyle/>
        <a:p>
          <a:endParaRPr lang="en-US"/>
        </a:p>
      </dgm:t>
    </dgm:pt>
    <dgm:pt modelId="{9C30C29C-E5DF-4C6F-8A15-9B18A0A55633}">
      <dgm:prSet/>
      <dgm:spPr/>
      <dgm:t>
        <a:bodyPr/>
        <a:lstStyle/>
        <a:p>
          <a:r>
            <a:rPr lang="en-US" b="0" i="0" baseline="0"/>
            <a:t>No runtime cost incurred; environment ready for test deployment.</a:t>
          </a:r>
          <a:endParaRPr lang="en-US"/>
        </a:p>
      </dgm:t>
    </dgm:pt>
    <dgm:pt modelId="{CC5C87AA-7B43-4ADC-84CF-14B0D15A85AC}" type="parTrans" cxnId="{64A0E230-C694-42E1-A0B6-6BD36A408BDB}">
      <dgm:prSet/>
      <dgm:spPr/>
      <dgm:t>
        <a:bodyPr/>
        <a:lstStyle/>
        <a:p>
          <a:endParaRPr lang="en-US"/>
        </a:p>
      </dgm:t>
    </dgm:pt>
    <dgm:pt modelId="{030A59AE-6F31-457A-B22F-50087856E3DF}" type="sibTrans" cxnId="{64A0E230-C694-42E1-A0B6-6BD36A408BDB}">
      <dgm:prSet/>
      <dgm:spPr/>
      <dgm:t>
        <a:bodyPr/>
        <a:lstStyle/>
        <a:p>
          <a:endParaRPr lang="en-US"/>
        </a:p>
      </dgm:t>
    </dgm:pt>
    <dgm:pt modelId="{82F881C5-5E8A-433B-9293-3112A5B0FA94}">
      <dgm:prSet/>
      <dgm:spPr/>
      <dgm:t>
        <a:bodyPr/>
        <a:lstStyle/>
        <a:p>
          <a:r>
            <a:rPr lang="en-US" b="0" i="0" baseline="0"/>
            <a:t>Step 7 rubric requirements fully met.</a:t>
          </a:r>
          <a:endParaRPr lang="en-US"/>
        </a:p>
      </dgm:t>
    </dgm:pt>
    <dgm:pt modelId="{896F38CB-AB00-4FB5-B363-0FFE710C684C}" type="parTrans" cxnId="{A6AD7792-EAC2-4C70-B3E4-715D91C9E4A8}">
      <dgm:prSet/>
      <dgm:spPr/>
      <dgm:t>
        <a:bodyPr/>
        <a:lstStyle/>
        <a:p>
          <a:endParaRPr lang="en-US"/>
        </a:p>
      </dgm:t>
    </dgm:pt>
    <dgm:pt modelId="{C0D69465-0937-45C1-99FF-84531991B614}" type="sibTrans" cxnId="{A6AD7792-EAC2-4C70-B3E4-715D91C9E4A8}">
      <dgm:prSet/>
      <dgm:spPr/>
      <dgm:t>
        <a:bodyPr/>
        <a:lstStyle/>
        <a:p>
          <a:endParaRPr lang="en-US"/>
        </a:p>
      </dgm:t>
    </dgm:pt>
    <dgm:pt modelId="{5D340648-47A3-47AB-AD24-4F37CB089C8B}" type="pres">
      <dgm:prSet presAssocID="{FD8F6DD2-6F52-4FEA-9186-C538336BF072}" presName="root" presStyleCnt="0">
        <dgm:presLayoutVars>
          <dgm:dir/>
          <dgm:resizeHandles val="exact"/>
        </dgm:presLayoutVars>
      </dgm:prSet>
      <dgm:spPr/>
    </dgm:pt>
    <dgm:pt modelId="{BCA4D09E-7F58-4E8D-AB8A-ADC687B4DC1E}" type="pres">
      <dgm:prSet presAssocID="{2C194033-9650-4EF0-AD3A-E66AB93C5E5F}" presName="compNode" presStyleCnt="0"/>
      <dgm:spPr/>
    </dgm:pt>
    <dgm:pt modelId="{BDAA5632-20A2-439E-90A0-970E1BEEB5E7}" type="pres">
      <dgm:prSet presAssocID="{2C194033-9650-4EF0-AD3A-E66AB93C5E5F}" presName="bgRect" presStyleLbl="bgShp" presStyleIdx="0" presStyleCnt="4"/>
      <dgm:spPr/>
    </dgm:pt>
    <dgm:pt modelId="{9386C3E4-4088-4CC7-ACB7-854AE9CA010D}" type="pres">
      <dgm:prSet presAssocID="{2C194033-9650-4EF0-AD3A-E66AB93C5E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B6D8E9-1BDB-4524-BC69-A44E55409F0A}" type="pres">
      <dgm:prSet presAssocID="{2C194033-9650-4EF0-AD3A-E66AB93C5E5F}" presName="spaceRect" presStyleCnt="0"/>
      <dgm:spPr/>
    </dgm:pt>
    <dgm:pt modelId="{46F367F4-00A2-4B1C-AF1B-1D973BFBC61F}" type="pres">
      <dgm:prSet presAssocID="{2C194033-9650-4EF0-AD3A-E66AB93C5E5F}" presName="parTx" presStyleLbl="revTx" presStyleIdx="0" presStyleCnt="4">
        <dgm:presLayoutVars>
          <dgm:chMax val="0"/>
          <dgm:chPref val="0"/>
        </dgm:presLayoutVars>
      </dgm:prSet>
      <dgm:spPr/>
    </dgm:pt>
    <dgm:pt modelId="{E8CC4573-E10E-4A01-9115-A2ECDEFD385D}" type="pres">
      <dgm:prSet presAssocID="{3036B342-D61C-4C91-9289-8B9922CF5758}" presName="sibTrans" presStyleCnt="0"/>
      <dgm:spPr/>
    </dgm:pt>
    <dgm:pt modelId="{9C943E6E-B187-48B8-A23F-8F61FBAD8A0F}" type="pres">
      <dgm:prSet presAssocID="{7637F691-F685-45EA-A49A-5C0F9780F47F}" presName="compNode" presStyleCnt="0"/>
      <dgm:spPr/>
    </dgm:pt>
    <dgm:pt modelId="{BB53C8A3-A6C1-48A1-935C-997312601B32}" type="pres">
      <dgm:prSet presAssocID="{7637F691-F685-45EA-A49A-5C0F9780F47F}" presName="bgRect" presStyleLbl="bgShp" presStyleIdx="1" presStyleCnt="4"/>
      <dgm:spPr/>
    </dgm:pt>
    <dgm:pt modelId="{AADCBC7C-0DC6-40A6-BA7A-77E3DB050F83}" type="pres">
      <dgm:prSet presAssocID="{7637F691-F685-45EA-A49A-5C0F9780F4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4B66160-8E20-4585-8A0D-0F3A0A450884}" type="pres">
      <dgm:prSet presAssocID="{7637F691-F685-45EA-A49A-5C0F9780F47F}" presName="spaceRect" presStyleCnt="0"/>
      <dgm:spPr/>
    </dgm:pt>
    <dgm:pt modelId="{02B38E70-7066-4FEA-AA20-2457C54D9B2C}" type="pres">
      <dgm:prSet presAssocID="{7637F691-F685-45EA-A49A-5C0F9780F47F}" presName="parTx" presStyleLbl="revTx" presStyleIdx="1" presStyleCnt="4">
        <dgm:presLayoutVars>
          <dgm:chMax val="0"/>
          <dgm:chPref val="0"/>
        </dgm:presLayoutVars>
      </dgm:prSet>
      <dgm:spPr/>
    </dgm:pt>
    <dgm:pt modelId="{C493A77C-4263-4B62-97B7-AE825DD0D6A1}" type="pres">
      <dgm:prSet presAssocID="{A6C01A80-3873-41BB-9EB4-BEE209CE994E}" presName="sibTrans" presStyleCnt="0"/>
      <dgm:spPr/>
    </dgm:pt>
    <dgm:pt modelId="{73E1A640-8187-41DD-A113-52488C7BB05C}" type="pres">
      <dgm:prSet presAssocID="{9C30C29C-E5DF-4C6F-8A15-9B18A0A55633}" presName="compNode" presStyleCnt="0"/>
      <dgm:spPr/>
    </dgm:pt>
    <dgm:pt modelId="{22D156C1-DE3D-4B3E-95CA-E9E48438BB3F}" type="pres">
      <dgm:prSet presAssocID="{9C30C29C-E5DF-4C6F-8A15-9B18A0A55633}" presName="bgRect" presStyleLbl="bgShp" presStyleIdx="2" presStyleCnt="4"/>
      <dgm:spPr/>
    </dgm:pt>
    <dgm:pt modelId="{91456EF8-171B-47A1-91DB-EB1FBED30E6D}" type="pres">
      <dgm:prSet presAssocID="{9C30C29C-E5DF-4C6F-8A15-9B18A0A556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F7A63F-0CDA-42EC-9FCB-DFB82AD8F150}" type="pres">
      <dgm:prSet presAssocID="{9C30C29C-E5DF-4C6F-8A15-9B18A0A55633}" presName="spaceRect" presStyleCnt="0"/>
      <dgm:spPr/>
    </dgm:pt>
    <dgm:pt modelId="{35358709-B063-4F5A-9412-F123C2BABA6F}" type="pres">
      <dgm:prSet presAssocID="{9C30C29C-E5DF-4C6F-8A15-9B18A0A55633}" presName="parTx" presStyleLbl="revTx" presStyleIdx="2" presStyleCnt="4">
        <dgm:presLayoutVars>
          <dgm:chMax val="0"/>
          <dgm:chPref val="0"/>
        </dgm:presLayoutVars>
      </dgm:prSet>
      <dgm:spPr/>
    </dgm:pt>
    <dgm:pt modelId="{97550D35-5DA5-4084-A10C-45A00E447762}" type="pres">
      <dgm:prSet presAssocID="{030A59AE-6F31-457A-B22F-50087856E3DF}" presName="sibTrans" presStyleCnt="0"/>
      <dgm:spPr/>
    </dgm:pt>
    <dgm:pt modelId="{904C33E5-C76F-4EF3-AA34-8BE221862505}" type="pres">
      <dgm:prSet presAssocID="{82F881C5-5E8A-433B-9293-3112A5B0FA94}" presName="compNode" presStyleCnt="0"/>
      <dgm:spPr/>
    </dgm:pt>
    <dgm:pt modelId="{715162D9-B90A-4A54-A52D-85A35B1039DF}" type="pres">
      <dgm:prSet presAssocID="{82F881C5-5E8A-433B-9293-3112A5B0FA94}" presName="bgRect" presStyleLbl="bgShp" presStyleIdx="3" presStyleCnt="4"/>
      <dgm:spPr/>
    </dgm:pt>
    <dgm:pt modelId="{AD808B48-C09A-4739-898F-0C70C5AB6217}" type="pres">
      <dgm:prSet presAssocID="{82F881C5-5E8A-433B-9293-3112A5B0FA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D1E9F7-B883-4644-836D-3C6D2E6C5F1E}" type="pres">
      <dgm:prSet presAssocID="{82F881C5-5E8A-433B-9293-3112A5B0FA94}" presName="spaceRect" presStyleCnt="0"/>
      <dgm:spPr/>
    </dgm:pt>
    <dgm:pt modelId="{D228C23C-FE36-4C8F-B60B-F61633580B8E}" type="pres">
      <dgm:prSet presAssocID="{82F881C5-5E8A-433B-9293-3112A5B0FA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164009-1951-4336-9C6B-D626AE31F14D}" type="presOf" srcId="{2C194033-9650-4EF0-AD3A-E66AB93C5E5F}" destId="{46F367F4-00A2-4B1C-AF1B-1D973BFBC61F}" srcOrd="0" destOrd="0" presId="urn:microsoft.com/office/officeart/2018/2/layout/IconVerticalSolidList"/>
    <dgm:cxn modelId="{72E7AB28-74C3-49D6-9CEC-0BCF28BBB629}" srcId="{FD8F6DD2-6F52-4FEA-9186-C538336BF072}" destId="{2C194033-9650-4EF0-AD3A-E66AB93C5E5F}" srcOrd="0" destOrd="0" parTransId="{0EE633A1-5936-4258-AEF4-F7F78EB209E5}" sibTransId="{3036B342-D61C-4C91-9289-8B9922CF5758}"/>
    <dgm:cxn modelId="{64A0E230-C694-42E1-A0B6-6BD36A408BDB}" srcId="{FD8F6DD2-6F52-4FEA-9186-C538336BF072}" destId="{9C30C29C-E5DF-4C6F-8A15-9B18A0A55633}" srcOrd="2" destOrd="0" parTransId="{CC5C87AA-7B43-4ADC-84CF-14B0D15A85AC}" sibTransId="{030A59AE-6F31-457A-B22F-50087856E3DF}"/>
    <dgm:cxn modelId="{7CDB9C67-B663-4815-B162-4A4379477591}" type="presOf" srcId="{9C30C29C-E5DF-4C6F-8A15-9B18A0A55633}" destId="{35358709-B063-4F5A-9412-F123C2BABA6F}" srcOrd="0" destOrd="0" presId="urn:microsoft.com/office/officeart/2018/2/layout/IconVerticalSolidList"/>
    <dgm:cxn modelId="{A048B670-DC55-4464-83EC-DF2A4D0E9C6B}" srcId="{FD8F6DD2-6F52-4FEA-9186-C538336BF072}" destId="{7637F691-F685-45EA-A49A-5C0F9780F47F}" srcOrd="1" destOrd="0" parTransId="{E282E154-4294-440B-A1EF-DED3C848F4EF}" sibTransId="{A6C01A80-3873-41BB-9EB4-BEE209CE994E}"/>
    <dgm:cxn modelId="{A6AD7792-EAC2-4C70-B3E4-715D91C9E4A8}" srcId="{FD8F6DD2-6F52-4FEA-9186-C538336BF072}" destId="{82F881C5-5E8A-433B-9293-3112A5B0FA94}" srcOrd="3" destOrd="0" parTransId="{896F38CB-AB00-4FB5-B363-0FFE710C684C}" sibTransId="{C0D69465-0937-45C1-99FF-84531991B614}"/>
    <dgm:cxn modelId="{55DFED97-90A7-42BC-BCB4-933A220D1353}" type="presOf" srcId="{FD8F6DD2-6F52-4FEA-9186-C538336BF072}" destId="{5D340648-47A3-47AB-AD24-4F37CB089C8B}" srcOrd="0" destOrd="0" presId="urn:microsoft.com/office/officeart/2018/2/layout/IconVerticalSolidList"/>
    <dgm:cxn modelId="{FDCF16AE-A7C0-4C29-878A-59F9CCECA2D2}" type="presOf" srcId="{82F881C5-5E8A-433B-9293-3112A5B0FA94}" destId="{D228C23C-FE36-4C8F-B60B-F61633580B8E}" srcOrd="0" destOrd="0" presId="urn:microsoft.com/office/officeart/2018/2/layout/IconVerticalSolidList"/>
    <dgm:cxn modelId="{7A8C39FF-D5F7-41D9-81DB-D2BCCCDFF6DE}" type="presOf" srcId="{7637F691-F685-45EA-A49A-5C0F9780F47F}" destId="{02B38E70-7066-4FEA-AA20-2457C54D9B2C}" srcOrd="0" destOrd="0" presId="urn:microsoft.com/office/officeart/2018/2/layout/IconVerticalSolidList"/>
    <dgm:cxn modelId="{B42336F2-8E62-450B-8505-AE435A323663}" type="presParOf" srcId="{5D340648-47A3-47AB-AD24-4F37CB089C8B}" destId="{BCA4D09E-7F58-4E8D-AB8A-ADC687B4DC1E}" srcOrd="0" destOrd="0" presId="urn:microsoft.com/office/officeart/2018/2/layout/IconVerticalSolidList"/>
    <dgm:cxn modelId="{32A7932B-1284-4E36-B6F8-6945556FAA52}" type="presParOf" srcId="{BCA4D09E-7F58-4E8D-AB8A-ADC687B4DC1E}" destId="{BDAA5632-20A2-439E-90A0-970E1BEEB5E7}" srcOrd="0" destOrd="0" presId="urn:microsoft.com/office/officeart/2018/2/layout/IconVerticalSolidList"/>
    <dgm:cxn modelId="{C40A7555-0F3A-490D-B684-ADDDDA02686A}" type="presParOf" srcId="{BCA4D09E-7F58-4E8D-AB8A-ADC687B4DC1E}" destId="{9386C3E4-4088-4CC7-ACB7-854AE9CA010D}" srcOrd="1" destOrd="0" presId="urn:microsoft.com/office/officeart/2018/2/layout/IconVerticalSolidList"/>
    <dgm:cxn modelId="{B49A805B-D72E-41D6-A50B-F11953E3C12F}" type="presParOf" srcId="{BCA4D09E-7F58-4E8D-AB8A-ADC687B4DC1E}" destId="{0CB6D8E9-1BDB-4524-BC69-A44E55409F0A}" srcOrd="2" destOrd="0" presId="urn:microsoft.com/office/officeart/2018/2/layout/IconVerticalSolidList"/>
    <dgm:cxn modelId="{B7B27304-F4CC-4B83-BE84-E3528C2DEB5F}" type="presParOf" srcId="{BCA4D09E-7F58-4E8D-AB8A-ADC687B4DC1E}" destId="{46F367F4-00A2-4B1C-AF1B-1D973BFBC61F}" srcOrd="3" destOrd="0" presId="urn:microsoft.com/office/officeart/2018/2/layout/IconVerticalSolidList"/>
    <dgm:cxn modelId="{E1E03A15-E15C-433C-9201-C4AD5620A736}" type="presParOf" srcId="{5D340648-47A3-47AB-AD24-4F37CB089C8B}" destId="{E8CC4573-E10E-4A01-9115-A2ECDEFD385D}" srcOrd="1" destOrd="0" presId="urn:microsoft.com/office/officeart/2018/2/layout/IconVerticalSolidList"/>
    <dgm:cxn modelId="{06819CB1-999D-4419-B583-AA6E648D75EB}" type="presParOf" srcId="{5D340648-47A3-47AB-AD24-4F37CB089C8B}" destId="{9C943E6E-B187-48B8-A23F-8F61FBAD8A0F}" srcOrd="2" destOrd="0" presId="urn:microsoft.com/office/officeart/2018/2/layout/IconVerticalSolidList"/>
    <dgm:cxn modelId="{3DFF3C3A-119E-42B6-A40B-B54FD6F8DF64}" type="presParOf" srcId="{9C943E6E-B187-48B8-A23F-8F61FBAD8A0F}" destId="{BB53C8A3-A6C1-48A1-935C-997312601B32}" srcOrd="0" destOrd="0" presId="urn:microsoft.com/office/officeart/2018/2/layout/IconVerticalSolidList"/>
    <dgm:cxn modelId="{4D23D66E-1E9A-4E4B-A741-D628B5046A4A}" type="presParOf" srcId="{9C943E6E-B187-48B8-A23F-8F61FBAD8A0F}" destId="{AADCBC7C-0DC6-40A6-BA7A-77E3DB050F83}" srcOrd="1" destOrd="0" presId="urn:microsoft.com/office/officeart/2018/2/layout/IconVerticalSolidList"/>
    <dgm:cxn modelId="{E1E4DED4-E132-43F0-9DE8-AB87DB27AE5D}" type="presParOf" srcId="{9C943E6E-B187-48B8-A23F-8F61FBAD8A0F}" destId="{F4B66160-8E20-4585-8A0D-0F3A0A450884}" srcOrd="2" destOrd="0" presId="urn:microsoft.com/office/officeart/2018/2/layout/IconVerticalSolidList"/>
    <dgm:cxn modelId="{607D9C5D-DAF7-49C2-97C8-D9C4F38C9F4D}" type="presParOf" srcId="{9C943E6E-B187-48B8-A23F-8F61FBAD8A0F}" destId="{02B38E70-7066-4FEA-AA20-2457C54D9B2C}" srcOrd="3" destOrd="0" presId="urn:microsoft.com/office/officeart/2018/2/layout/IconVerticalSolidList"/>
    <dgm:cxn modelId="{DB45528C-8A2C-4129-9C9C-CDA45523C994}" type="presParOf" srcId="{5D340648-47A3-47AB-AD24-4F37CB089C8B}" destId="{C493A77C-4263-4B62-97B7-AE825DD0D6A1}" srcOrd="3" destOrd="0" presId="urn:microsoft.com/office/officeart/2018/2/layout/IconVerticalSolidList"/>
    <dgm:cxn modelId="{8C033796-6410-463F-9554-E1885EF6C45C}" type="presParOf" srcId="{5D340648-47A3-47AB-AD24-4F37CB089C8B}" destId="{73E1A640-8187-41DD-A113-52488C7BB05C}" srcOrd="4" destOrd="0" presId="urn:microsoft.com/office/officeart/2018/2/layout/IconVerticalSolidList"/>
    <dgm:cxn modelId="{25E3C5D8-3E09-48BF-AB49-1ADC34ED1A32}" type="presParOf" srcId="{73E1A640-8187-41DD-A113-52488C7BB05C}" destId="{22D156C1-DE3D-4B3E-95CA-E9E48438BB3F}" srcOrd="0" destOrd="0" presId="urn:microsoft.com/office/officeart/2018/2/layout/IconVerticalSolidList"/>
    <dgm:cxn modelId="{C06CBB84-03A6-48CD-9807-1119FE79A712}" type="presParOf" srcId="{73E1A640-8187-41DD-A113-52488C7BB05C}" destId="{91456EF8-171B-47A1-91DB-EB1FBED30E6D}" srcOrd="1" destOrd="0" presId="urn:microsoft.com/office/officeart/2018/2/layout/IconVerticalSolidList"/>
    <dgm:cxn modelId="{FC8E0DC0-BAB2-47CA-93BF-D487CE271DDB}" type="presParOf" srcId="{73E1A640-8187-41DD-A113-52488C7BB05C}" destId="{D0F7A63F-0CDA-42EC-9FCB-DFB82AD8F150}" srcOrd="2" destOrd="0" presId="urn:microsoft.com/office/officeart/2018/2/layout/IconVerticalSolidList"/>
    <dgm:cxn modelId="{B9AFEA3C-D548-442E-A92B-1F37A54BB7DF}" type="presParOf" srcId="{73E1A640-8187-41DD-A113-52488C7BB05C}" destId="{35358709-B063-4F5A-9412-F123C2BABA6F}" srcOrd="3" destOrd="0" presId="urn:microsoft.com/office/officeart/2018/2/layout/IconVerticalSolidList"/>
    <dgm:cxn modelId="{69EB20B1-6BF9-4A5A-B1CE-B136AA9954DC}" type="presParOf" srcId="{5D340648-47A3-47AB-AD24-4F37CB089C8B}" destId="{97550D35-5DA5-4084-A10C-45A00E447762}" srcOrd="5" destOrd="0" presId="urn:microsoft.com/office/officeart/2018/2/layout/IconVerticalSolidList"/>
    <dgm:cxn modelId="{67A8E83A-0FC3-4EF0-8A90-91BA53BE1389}" type="presParOf" srcId="{5D340648-47A3-47AB-AD24-4F37CB089C8B}" destId="{904C33E5-C76F-4EF3-AA34-8BE221862505}" srcOrd="6" destOrd="0" presId="urn:microsoft.com/office/officeart/2018/2/layout/IconVerticalSolidList"/>
    <dgm:cxn modelId="{E863672F-3141-4790-B23F-97CE981A7FE6}" type="presParOf" srcId="{904C33E5-C76F-4EF3-AA34-8BE221862505}" destId="{715162D9-B90A-4A54-A52D-85A35B1039DF}" srcOrd="0" destOrd="0" presId="urn:microsoft.com/office/officeart/2018/2/layout/IconVerticalSolidList"/>
    <dgm:cxn modelId="{3A808CE7-654B-4374-B35F-E3D4846E9D74}" type="presParOf" srcId="{904C33E5-C76F-4EF3-AA34-8BE221862505}" destId="{AD808B48-C09A-4739-898F-0C70C5AB6217}" srcOrd="1" destOrd="0" presId="urn:microsoft.com/office/officeart/2018/2/layout/IconVerticalSolidList"/>
    <dgm:cxn modelId="{BA43F837-3D0C-47E1-BC30-9371F9450B68}" type="presParOf" srcId="{904C33E5-C76F-4EF3-AA34-8BE221862505}" destId="{E4D1E9F7-B883-4644-836D-3C6D2E6C5F1E}" srcOrd="2" destOrd="0" presId="urn:microsoft.com/office/officeart/2018/2/layout/IconVerticalSolidList"/>
    <dgm:cxn modelId="{C1638E3D-AE2A-4055-9BCC-30017D600CF2}" type="presParOf" srcId="{904C33E5-C76F-4EF3-AA34-8BE221862505}" destId="{D228C23C-FE36-4C8F-B60B-F61633580B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39F849-A519-43F3-B3DE-8A4183B327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663C69-E481-4523-89B1-461B2A15F07C}">
      <dgm:prSet/>
      <dgm:spPr/>
      <dgm:t>
        <a:bodyPr/>
        <a:lstStyle/>
        <a:p>
          <a:pPr algn="ctr"/>
          <a:r>
            <a:rPr lang="en-US" b="1"/>
            <a:t>Artifacts Added:</a:t>
          </a:r>
          <a:endParaRPr lang="en-US"/>
        </a:p>
      </dgm:t>
    </dgm:pt>
    <dgm:pt modelId="{8C96B385-5F34-4C74-A837-975EE09675B0}" type="parTrans" cxnId="{92072AA0-002A-47CF-B1C2-C989485B6910}">
      <dgm:prSet/>
      <dgm:spPr/>
      <dgm:t>
        <a:bodyPr/>
        <a:lstStyle/>
        <a:p>
          <a:endParaRPr lang="en-US"/>
        </a:p>
      </dgm:t>
    </dgm:pt>
    <dgm:pt modelId="{44EA2CD3-D70A-4839-9DDE-9F238E88577C}" type="sibTrans" cxnId="{92072AA0-002A-47CF-B1C2-C989485B6910}">
      <dgm:prSet/>
      <dgm:spPr/>
      <dgm:t>
        <a:bodyPr/>
        <a:lstStyle/>
        <a:p>
          <a:endParaRPr lang="en-US"/>
        </a:p>
      </dgm:t>
    </dgm:pt>
    <dgm:pt modelId="{88041D8C-22F6-4957-8618-74129C76058B}">
      <dgm:prSet/>
      <dgm:spPr/>
      <dgm:t>
        <a:bodyPr/>
        <a:lstStyle/>
        <a:p>
          <a:r>
            <a:rPr lang="en-US"/>
            <a:t>/tests/conftest.py — Spark/config fixtures</a:t>
          </a:r>
        </a:p>
      </dgm:t>
    </dgm:pt>
    <dgm:pt modelId="{9904DE04-8FD1-4B17-A33B-2987A035F6B9}" type="parTrans" cxnId="{E17D9DB1-840A-4400-9B2E-1BAB7F2DD0FB}">
      <dgm:prSet/>
      <dgm:spPr/>
      <dgm:t>
        <a:bodyPr/>
        <a:lstStyle/>
        <a:p>
          <a:endParaRPr lang="en-US"/>
        </a:p>
      </dgm:t>
    </dgm:pt>
    <dgm:pt modelId="{1FDAC817-BA7A-4DD7-A1C9-57584CA03E49}" type="sibTrans" cxnId="{E17D9DB1-840A-4400-9B2E-1BAB7F2DD0FB}">
      <dgm:prSet/>
      <dgm:spPr/>
      <dgm:t>
        <a:bodyPr/>
        <a:lstStyle/>
        <a:p>
          <a:endParaRPr lang="en-US"/>
        </a:p>
      </dgm:t>
    </dgm:pt>
    <dgm:pt modelId="{78D69B59-9A6E-40C2-8A90-7CEB1896DDF0}">
      <dgm:prSet/>
      <dgm:spPr/>
      <dgm:t>
        <a:bodyPr/>
        <a:lstStyle/>
        <a:p>
          <a:r>
            <a:rPr lang="en-US"/>
            <a:t>/tests/test_spark_session.py — Spark session + edge cases</a:t>
          </a:r>
        </a:p>
      </dgm:t>
    </dgm:pt>
    <dgm:pt modelId="{A1FAFFDE-52E7-4429-A009-C1572D81C98E}" type="parTrans" cxnId="{E30DEA20-8AC7-439F-904C-432223CB9DF6}">
      <dgm:prSet/>
      <dgm:spPr/>
      <dgm:t>
        <a:bodyPr/>
        <a:lstStyle/>
        <a:p>
          <a:endParaRPr lang="en-US"/>
        </a:p>
      </dgm:t>
    </dgm:pt>
    <dgm:pt modelId="{F71658B9-8F35-46D5-BBB3-A11825F5511A}" type="sibTrans" cxnId="{E30DEA20-8AC7-439F-904C-432223CB9DF6}">
      <dgm:prSet/>
      <dgm:spPr/>
      <dgm:t>
        <a:bodyPr/>
        <a:lstStyle/>
        <a:p>
          <a:endParaRPr lang="en-US"/>
        </a:p>
      </dgm:t>
    </dgm:pt>
    <dgm:pt modelId="{E37374CA-6F37-43E3-B60B-0506579B0F98}">
      <dgm:prSet/>
      <dgm:spPr/>
      <dgm:t>
        <a:bodyPr/>
        <a:lstStyle/>
        <a:p>
          <a:r>
            <a:rPr lang="en-US"/>
            <a:t>/tests/test_pipeline_config.py — Config + path verification</a:t>
          </a:r>
        </a:p>
      </dgm:t>
    </dgm:pt>
    <dgm:pt modelId="{94F334D1-87EE-4632-BF3E-E13EA237B518}" type="parTrans" cxnId="{56E0646F-077A-4D57-AFBE-26B157069564}">
      <dgm:prSet/>
      <dgm:spPr/>
      <dgm:t>
        <a:bodyPr/>
        <a:lstStyle/>
        <a:p>
          <a:endParaRPr lang="en-US"/>
        </a:p>
      </dgm:t>
    </dgm:pt>
    <dgm:pt modelId="{CBA68364-68BF-4391-9A39-E9D5C522BB52}" type="sibTrans" cxnId="{56E0646F-077A-4D57-AFBE-26B157069564}">
      <dgm:prSet/>
      <dgm:spPr/>
      <dgm:t>
        <a:bodyPr/>
        <a:lstStyle/>
        <a:p>
          <a:endParaRPr lang="en-US"/>
        </a:p>
      </dgm:t>
    </dgm:pt>
    <dgm:pt modelId="{FDBF78FF-5A69-4C2E-AE08-C8DEBF36BE1A}">
      <dgm:prSet/>
      <dgm:spPr/>
      <dgm:t>
        <a:bodyPr/>
        <a:lstStyle/>
        <a:p>
          <a:r>
            <a:rPr lang="en-US"/>
            <a:t>test_report.txt — Coverage report (90 %)</a:t>
          </a:r>
        </a:p>
      </dgm:t>
    </dgm:pt>
    <dgm:pt modelId="{CF2D8DDD-6EA4-437E-B392-26D6AB5A12DF}" type="parTrans" cxnId="{C78CD282-8072-471B-8365-74C4492D1B5C}">
      <dgm:prSet/>
      <dgm:spPr/>
      <dgm:t>
        <a:bodyPr/>
        <a:lstStyle/>
        <a:p>
          <a:endParaRPr lang="en-US"/>
        </a:p>
      </dgm:t>
    </dgm:pt>
    <dgm:pt modelId="{13AC1766-4837-45A1-83CC-6D85B891A1C5}" type="sibTrans" cxnId="{C78CD282-8072-471B-8365-74C4492D1B5C}">
      <dgm:prSet/>
      <dgm:spPr/>
      <dgm:t>
        <a:bodyPr/>
        <a:lstStyle/>
        <a:p>
          <a:endParaRPr lang="en-US"/>
        </a:p>
      </dgm:t>
    </dgm:pt>
    <dgm:pt modelId="{F5E0D6E7-D0E1-4634-84CA-AB3BA2AE5C99}" type="pres">
      <dgm:prSet presAssocID="{2C39F849-A519-43F3-B3DE-8A4183B327E3}" presName="linear" presStyleCnt="0">
        <dgm:presLayoutVars>
          <dgm:animLvl val="lvl"/>
          <dgm:resizeHandles val="exact"/>
        </dgm:presLayoutVars>
      </dgm:prSet>
      <dgm:spPr/>
    </dgm:pt>
    <dgm:pt modelId="{8C7349E8-614F-4F74-AE9D-DECEBD0EA129}" type="pres">
      <dgm:prSet presAssocID="{B7663C69-E481-4523-89B1-461B2A15F0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B573DC-4FAF-4B2B-A507-36179A9321B3}" type="pres">
      <dgm:prSet presAssocID="{44EA2CD3-D70A-4839-9DDE-9F238E88577C}" presName="spacer" presStyleCnt="0"/>
      <dgm:spPr/>
    </dgm:pt>
    <dgm:pt modelId="{79FD4CA5-9D58-4C8B-A738-5F7D5E87E8E6}" type="pres">
      <dgm:prSet presAssocID="{88041D8C-22F6-4957-8618-74129C76058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151F91-BE6E-42A7-84D3-85C29F6BC228}" type="pres">
      <dgm:prSet presAssocID="{1FDAC817-BA7A-4DD7-A1C9-57584CA03E49}" presName="spacer" presStyleCnt="0"/>
      <dgm:spPr/>
    </dgm:pt>
    <dgm:pt modelId="{B5FBCC21-9BC8-4C61-B310-BFB3EE3CBDEC}" type="pres">
      <dgm:prSet presAssocID="{78D69B59-9A6E-40C2-8A90-7CEB1896DD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BA2903-5857-45A3-B52F-CC0A099B77BC}" type="pres">
      <dgm:prSet presAssocID="{F71658B9-8F35-46D5-BBB3-A11825F5511A}" presName="spacer" presStyleCnt="0"/>
      <dgm:spPr/>
    </dgm:pt>
    <dgm:pt modelId="{B83D232E-BBB0-452F-80A6-F73599D7D4B2}" type="pres">
      <dgm:prSet presAssocID="{E37374CA-6F37-43E3-B60B-0506579B0F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7CD7E6-97E5-46D1-8EF0-672C7248FE66}" type="pres">
      <dgm:prSet presAssocID="{CBA68364-68BF-4391-9A39-E9D5C522BB52}" presName="spacer" presStyleCnt="0"/>
      <dgm:spPr/>
    </dgm:pt>
    <dgm:pt modelId="{953FEE25-7E07-45DB-B1CD-8A3E93BE6DD6}" type="pres">
      <dgm:prSet presAssocID="{FDBF78FF-5A69-4C2E-AE08-C8DEBF36BE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573C20F-C816-46DF-B44D-2F9D505461C4}" type="presOf" srcId="{B7663C69-E481-4523-89B1-461B2A15F07C}" destId="{8C7349E8-614F-4F74-AE9D-DECEBD0EA129}" srcOrd="0" destOrd="0" presId="urn:microsoft.com/office/officeart/2005/8/layout/vList2"/>
    <dgm:cxn modelId="{030D961C-BDE4-47E0-AECD-914DA4F6302E}" type="presOf" srcId="{88041D8C-22F6-4957-8618-74129C76058B}" destId="{79FD4CA5-9D58-4C8B-A738-5F7D5E87E8E6}" srcOrd="0" destOrd="0" presId="urn:microsoft.com/office/officeart/2005/8/layout/vList2"/>
    <dgm:cxn modelId="{E30DEA20-8AC7-439F-904C-432223CB9DF6}" srcId="{2C39F849-A519-43F3-B3DE-8A4183B327E3}" destId="{78D69B59-9A6E-40C2-8A90-7CEB1896DDF0}" srcOrd="2" destOrd="0" parTransId="{A1FAFFDE-52E7-4429-A009-C1572D81C98E}" sibTransId="{F71658B9-8F35-46D5-BBB3-A11825F5511A}"/>
    <dgm:cxn modelId="{56E0646F-077A-4D57-AFBE-26B157069564}" srcId="{2C39F849-A519-43F3-B3DE-8A4183B327E3}" destId="{E37374CA-6F37-43E3-B60B-0506579B0F98}" srcOrd="3" destOrd="0" parTransId="{94F334D1-87EE-4632-BF3E-E13EA237B518}" sibTransId="{CBA68364-68BF-4391-9A39-E9D5C522BB52}"/>
    <dgm:cxn modelId="{C78CD282-8072-471B-8365-74C4492D1B5C}" srcId="{2C39F849-A519-43F3-B3DE-8A4183B327E3}" destId="{FDBF78FF-5A69-4C2E-AE08-C8DEBF36BE1A}" srcOrd="4" destOrd="0" parTransId="{CF2D8DDD-6EA4-437E-B392-26D6AB5A12DF}" sibTransId="{13AC1766-4837-45A1-83CC-6D85B891A1C5}"/>
    <dgm:cxn modelId="{60BF2B86-FF32-42DE-A374-B168C9255E97}" type="presOf" srcId="{E37374CA-6F37-43E3-B60B-0506579B0F98}" destId="{B83D232E-BBB0-452F-80A6-F73599D7D4B2}" srcOrd="0" destOrd="0" presId="urn:microsoft.com/office/officeart/2005/8/layout/vList2"/>
    <dgm:cxn modelId="{92072AA0-002A-47CF-B1C2-C989485B6910}" srcId="{2C39F849-A519-43F3-B3DE-8A4183B327E3}" destId="{B7663C69-E481-4523-89B1-461B2A15F07C}" srcOrd="0" destOrd="0" parTransId="{8C96B385-5F34-4C74-A837-975EE09675B0}" sibTransId="{44EA2CD3-D70A-4839-9DDE-9F238E88577C}"/>
    <dgm:cxn modelId="{539A44A8-BE1D-4FD5-8BBA-B2F1972EE251}" type="presOf" srcId="{2C39F849-A519-43F3-B3DE-8A4183B327E3}" destId="{F5E0D6E7-D0E1-4634-84CA-AB3BA2AE5C99}" srcOrd="0" destOrd="0" presId="urn:microsoft.com/office/officeart/2005/8/layout/vList2"/>
    <dgm:cxn modelId="{1E96C4A8-EAB5-4155-BF0C-2CEAB5672411}" type="presOf" srcId="{FDBF78FF-5A69-4C2E-AE08-C8DEBF36BE1A}" destId="{953FEE25-7E07-45DB-B1CD-8A3E93BE6DD6}" srcOrd="0" destOrd="0" presId="urn:microsoft.com/office/officeart/2005/8/layout/vList2"/>
    <dgm:cxn modelId="{E17D9DB1-840A-4400-9B2E-1BAB7F2DD0FB}" srcId="{2C39F849-A519-43F3-B3DE-8A4183B327E3}" destId="{88041D8C-22F6-4957-8618-74129C76058B}" srcOrd="1" destOrd="0" parTransId="{9904DE04-8FD1-4B17-A33B-2987A035F6B9}" sibTransId="{1FDAC817-BA7A-4DD7-A1C9-57584CA03E49}"/>
    <dgm:cxn modelId="{8D494BDE-4C4C-46F5-A1BC-FB7E149F0775}" type="presOf" srcId="{78D69B59-9A6E-40C2-8A90-7CEB1896DDF0}" destId="{B5FBCC21-9BC8-4C61-B310-BFB3EE3CBDEC}" srcOrd="0" destOrd="0" presId="urn:microsoft.com/office/officeart/2005/8/layout/vList2"/>
    <dgm:cxn modelId="{47554AB3-71FD-4680-A667-8CCF4D708674}" type="presParOf" srcId="{F5E0D6E7-D0E1-4634-84CA-AB3BA2AE5C99}" destId="{8C7349E8-614F-4F74-AE9D-DECEBD0EA129}" srcOrd="0" destOrd="0" presId="urn:microsoft.com/office/officeart/2005/8/layout/vList2"/>
    <dgm:cxn modelId="{4D392E33-BA71-45C2-B9EE-7E04E9E76F92}" type="presParOf" srcId="{F5E0D6E7-D0E1-4634-84CA-AB3BA2AE5C99}" destId="{67B573DC-4FAF-4B2B-A507-36179A9321B3}" srcOrd="1" destOrd="0" presId="urn:microsoft.com/office/officeart/2005/8/layout/vList2"/>
    <dgm:cxn modelId="{9AE53FBE-C45D-40C2-B619-1A90E00D5AFD}" type="presParOf" srcId="{F5E0D6E7-D0E1-4634-84CA-AB3BA2AE5C99}" destId="{79FD4CA5-9D58-4C8B-A738-5F7D5E87E8E6}" srcOrd="2" destOrd="0" presId="urn:microsoft.com/office/officeart/2005/8/layout/vList2"/>
    <dgm:cxn modelId="{E1F2FA22-00A5-4AA2-A53F-784CBDC781C6}" type="presParOf" srcId="{F5E0D6E7-D0E1-4634-84CA-AB3BA2AE5C99}" destId="{47151F91-BE6E-42A7-84D3-85C29F6BC228}" srcOrd="3" destOrd="0" presId="urn:microsoft.com/office/officeart/2005/8/layout/vList2"/>
    <dgm:cxn modelId="{0649771C-B5D5-44C7-AA49-7951235C6634}" type="presParOf" srcId="{F5E0D6E7-D0E1-4634-84CA-AB3BA2AE5C99}" destId="{B5FBCC21-9BC8-4C61-B310-BFB3EE3CBDEC}" srcOrd="4" destOrd="0" presId="urn:microsoft.com/office/officeart/2005/8/layout/vList2"/>
    <dgm:cxn modelId="{85A96CD5-9BC1-4249-88B7-06F88DD546EA}" type="presParOf" srcId="{F5E0D6E7-D0E1-4634-84CA-AB3BA2AE5C99}" destId="{83BA2903-5857-45A3-B52F-CC0A099B77BC}" srcOrd="5" destOrd="0" presId="urn:microsoft.com/office/officeart/2005/8/layout/vList2"/>
    <dgm:cxn modelId="{4D158061-5F59-48D1-B227-BFDF3460FDCA}" type="presParOf" srcId="{F5E0D6E7-D0E1-4634-84CA-AB3BA2AE5C99}" destId="{B83D232E-BBB0-452F-80A6-F73599D7D4B2}" srcOrd="6" destOrd="0" presId="urn:microsoft.com/office/officeart/2005/8/layout/vList2"/>
    <dgm:cxn modelId="{7B31A032-1C1B-44DE-8E94-27DC69488E2F}" type="presParOf" srcId="{F5E0D6E7-D0E1-4634-84CA-AB3BA2AE5C99}" destId="{4E7CD7E6-97E5-46D1-8EF0-672C7248FE66}" srcOrd="7" destOrd="0" presId="urn:microsoft.com/office/officeart/2005/8/layout/vList2"/>
    <dgm:cxn modelId="{151EDE31-9533-4D14-8577-DF4DF668EC0F}" type="presParOf" srcId="{F5E0D6E7-D0E1-4634-84CA-AB3BA2AE5C99}" destId="{953FEE25-7E07-45DB-B1CD-8A3E93BE6D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AD34E0-D4D2-4ADE-B950-265F613AC46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228722-15C9-4653-9C20-1FBCFE65451D}">
      <dgm:prSet/>
      <dgm:spPr/>
      <dgm:t>
        <a:bodyPr/>
        <a:lstStyle/>
        <a:p>
          <a:r>
            <a:rPr lang="en-US" b="0" i="0" baseline="0"/>
            <a:t>Promoted tested Step 8 pipeline into </a:t>
          </a:r>
          <a:r>
            <a:rPr lang="en-US" b="1" i="0" baseline="0"/>
            <a:t>production-grade</a:t>
          </a:r>
          <a:r>
            <a:rPr lang="en-US" b="0" i="0" baseline="0"/>
            <a:t> Azure Databricks workspace</a:t>
          </a:r>
          <a:endParaRPr lang="en-US"/>
        </a:p>
      </dgm:t>
    </dgm:pt>
    <dgm:pt modelId="{018D66E5-9157-4775-A524-400C10975593}" type="parTrans" cxnId="{D8673907-F194-4C70-8EAD-A2BD3A682F11}">
      <dgm:prSet/>
      <dgm:spPr/>
      <dgm:t>
        <a:bodyPr/>
        <a:lstStyle/>
        <a:p>
          <a:endParaRPr lang="en-US"/>
        </a:p>
      </dgm:t>
    </dgm:pt>
    <dgm:pt modelId="{63CFFDD6-E749-42E3-91FF-65F42A37FF80}" type="sibTrans" cxnId="{D8673907-F194-4C70-8EAD-A2BD3A682F11}">
      <dgm:prSet/>
      <dgm:spPr/>
      <dgm:t>
        <a:bodyPr/>
        <a:lstStyle/>
        <a:p>
          <a:endParaRPr lang="en-US"/>
        </a:p>
      </dgm:t>
    </dgm:pt>
    <dgm:pt modelId="{C5B0B8DB-E494-48FA-99D0-C49DDA5CD319}">
      <dgm:prSet/>
      <dgm:spPr/>
      <dgm:t>
        <a:bodyPr/>
        <a:lstStyle/>
        <a:p>
          <a:r>
            <a:rPr lang="en-US" b="0" i="0" baseline="0"/>
            <a:t>Environment upgraded to </a:t>
          </a:r>
          <a:r>
            <a:rPr lang="en-US" b="1" i="0" baseline="0"/>
            <a:t>Runtime 16 LTS (Spark 3.5 / Python 3.11)</a:t>
          </a:r>
          <a:endParaRPr lang="en-US"/>
        </a:p>
      </dgm:t>
    </dgm:pt>
    <dgm:pt modelId="{816665BF-DF7C-45FC-97ED-F018FF3F1FDD}" type="parTrans" cxnId="{12C16645-A784-48EE-8A27-FF4BB4BAF447}">
      <dgm:prSet/>
      <dgm:spPr/>
      <dgm:t>
        <a:bodyPr/>
        <a:lstStyle/>
        <a:p>
          <a:endParaRPr lang="en-US"/>
        </a:p>
      </dgm:t>
    </dgm:pt>
    <dgm:pt modelId="{17FD60A0-E7FC-4151-A198-910C9AC109DC}" type="sibTrans" cxnId="{12C16645-A784-48EE-8A27-FF4BB4BAF447}">
      <dgm:prSet/>
      <dgm:spPr/>
      <dgm:t>
        <a:bodyPr/>
        <a:lstStyle/>
        <a:p>
          <a:endParaRPr lang="en-US"/>
        </a:p>
      </dgm:t>
    </dgm:pt>
    <dgm:pt modelId="{04E14785-7523-4016-9820-D8BEDBFDDAAE}">
      <dgm:prSet/>
      <dgm:spPr/>
      <dgm:t>
        <a:bodyPr/>
        <a:lstStyle/>
        <a:p>
          <a:r>
            <a:rPr lang="en-US" b="0" i="0" baseline="0" dirty="0"/>
            <a:t>End-to-end Medallion run completed: </a:t>
          </a:r>
          <a:r>
            <a:rPr lang="en-US" b="1" i="0" baseline="0" dirty="0"/>
            <a:t>Bronze → Silver → Gold</a:t>
          </a:r>
          <a:endParaRPr lang="en-US" dirty="0"/>
        </a:p>
      </dgm:t>
    </dgm:pt>
    <dgm:pt modelId="{B30C3460-663D-4EE4-8312-8D5C03278ECB}" type="parTrans" cxnId="{E01BF763-9E17-481B-8EAA-87622720FAC7}">
      <dgm:prSet/>
      <dgm:spPr/>
      <dgm:t>
        <a:bodyPr/>
        <a:lstStyle/>
        <a:p>
          <a:endParaRPr lang="en-US"/>
        </a:p>
      </dgm:t>
    </dgm:pt>
    <dgm:pt modelId="{9E935F0A-319A-4FA9-B246-A1B96E77601F}" type="sibTrans" cxnId="{E01BF763-9E17-481B-8EAA-87622720FAC7}">
      <dgm:prSet/>
      <dgm:spPr/>
      <dgm:t>
        <a:bodyPr/>
        <a:lstStyle/>
        <a:p>
          <a:endParaRPr lang="en-US"/>
        </a:p>
      </dgm:t>
    </dgm:pt>
    <dgm:pt modelId="{7D2F2F6F-01D0-47CB-BEF0-70404F3EC8C6}">
      <dgm:prSet/>
      <dgm:spPr/>
      <dgm:t>
        <a:bodyPr/>
        <a:lstStyle/>
        <a:p>
          <a:r>
            <a:rPr lang="en-US" b="0" i="0" baseline="0"/>
            <a:t>Outputs persisted to </a:t>
          </a:r>
          <a:r>
            <a:rPr lang="en-US" b="1" i="0" baseline="0"/>
            <a:t>ADLS Gen2 Gold</a:t>
          </a:r>
          <a:r>
            <a:rPr lang="en-US" b="0" i="0" baseline="0"/>
            <a:t> container with verified lineage</a:t>
          </a:r>
          <a:endParaRPr lang="en-US"/>
        </a:p>
      </dgm:t>
    </dgm:pt>
    <dgm:pt modelId="{C7180875-387E-4702-9945-CA92676C577B}" type="parTrans" cxnId="{B1040FA7-BDC0-4F3D-BF55-4C8C56C09CB0}">
      <dgm:prSet/>
      <dgm:spPr/>
      <dgm:t>
        <a:bodyPr/>
        <a:lstStyle/>
        <a:p>
          <a:endParaRPr lang="en-US"/>
        </a:p>
      </dgm:t>
    </dgm:pt>
    <dgm:pt modelId="{D58BB16A-66EF-4D30-83E3-4E3E9FF1B9A6}" type="sibTrans" cxnId="{B1040FA7-BDC0-4F3D-BF55-4C8C56C09CB0}">
      <dgm:prSet/>
      <dgm:spPr/>
      <dgm:t>
        <a:bodyPr/>
        <a:lstStyle/>
        <a:p>
          <a:endParaRPr lang="en-US"/>
        </a:p>
      </dgm:t>
    </dgm:pt>
    <dgm:pt modelId="{1BCCA980-0EF1-4379-A973-A69CE71940F4}" type="pres">
      <dgm:prSet presAssocID="{68AD34E0-D4D2-4ADE-B950-265F613AC462}" presName="vert0" presStyleCnt="0">
        <dgm:presLayoutVars>
          <dgm:dir/>
          <dgm:animOne val="branch"/>
          <dgm:animLvl val="lvl"/>
        </dgm:presLayoutVars>
      </dgm:prSet>
      <dgm:spPr/>
    </dgm:pt>
    <dgm:pt modelId="{85542F69-D537-4F88-B182-1FE63738D82E}" type="pres">
      <dgm:prSet presAssocID="{55228722-15C9-4653-9C20-1FBCFE65451D}" presName="thickLine" presStyleLbl="alignNode1" presStyleIdx="0" presStyleCnt="4"/>
      <dgm:spPr/>
    </dgm:pt>
    <dgm:pt modelId="{F2FC0AB8-B2F8-4D3C-9924-8B0C52450B0A}" type="pres">
      <dgm:prSet presAssocID="{55228722-15C9-4653-9C20-1FBCFE65451D}" presName="horz1" presStyleCnt="0"/>
      <dgm:spPr/>
    </dgm:pt>
    <dgm:pt modelId="{17CB28E6-B6CC-4977-A998-1E71C914B7A4}" type="pres">
      <dgm:prSet presAssocID="{55228722-15C9-4653-9C20-1FBCFE65451D}" presName="tx1" presStyleLbl="revTx" presStyleIdx="0" presStyleCnt="4"/>
      <dgm:spPr/>
    </dgm:pt>
    <dgm:pt modelId="{95EB756A-47CC-498A-B743-2E5EB34D2CAD}" type="pres">
      <dgm:prSet presAssocID="{55228722-15C9-4653-9C20-1FBCFE65451D}" presName="vert1" presStyleCnt="0"/>
      <dgm:spPr/>
    </dgm:pt>
    <dgm:pt modelId="{8F6426D1-D439-443B-9767-5C6C7343B799}" type="pres">
      <dgm:prSet presAssocID="{C5B0B8DB-E494-48FA-99D0-C49DDA5CD319}" presName="thickLine" presStyleLbl="alignNode1" presStyleIdx="1" presStyleCnt="4"/>
      <dgm:spPr/>
    </dgm:pt>
    <dgm:pt modelId="{05AA9504-717A-49B7-9380-13F398A3815D}" type="pres">
      <dgm:prSet presAssocID="{C5B0B8DB-E494-48FA-99D0-C49DDA5CD319}" presName="horz1" presStyleCnt="0"/>
      <dgm:spPr/>
    </dgm:pt>
    <dgm:pt modelId="{08E8109E-9139-4A7A-A18A-9364FD0A10F0}" type="pres">
      <dgm:prSet presAssocID="{C5B0B8DB-E494-48FA-99D0-C49DDA5CD319}" presName="tx1" presStyleLbl="revTx" presStyleIdx="1" presStyleCnt="4"/>
      <dgm:spPr/>
    </dgm:pt>
    <dgm:pt modelId="{18A3509D-DF43-4DAC-AE45-8021D01B46EE}" type="pres">
      <dgm:prSet presAssocID="{C5B0B8DB-E494-48FA-99D0-C49DDA5CD319}" presName="vert1" presStyleCnt="0"/>
      <dgm:spPr/>
    </dgm:pt>
    <dgm:pt modelId="{74B68B9C-3D06-4820-ACE7-B62931C57F29}" type="pres">
      <dgm:prSet presAssocID="{04E14785-7523-4016-9820-D8BEDBFDDAAE}" presName="thickLine" presStyleLbl="alignNode1" presStyleIdx="2" presStyleCnt="4"/>
      <dgm:spPr/>
    </dgm:pt>
    <dgm:pt modelId="{EEE91AF0-CCB4-4265-BBC3-F09A79298703}" type="pres">
      <dgm:prSet presAssocID="{04E14785-7523-4016-9820-D8BEDBFDDAAE}" presName="horz1" presStyleCnt="0"/>
      <dgm:spPr/>
    </dgm:pt>
    <dgm:pt modelId="{F56CD507-19EF-4D10-B2E4-61C309B54CD9}" type="pres">
      <dgm:prSet presAssocID="{04E14785-7523-4016-9820-D8BEDBFDDAAE}" presName="tx1" presStyleLbl="revTx" presStyleIdx="2" presStyleCnt="4"/>
      <dgm:spPr/>
    </dgm:pt>
    <dgm:pt modelId="{6B30D75F-A18B-4ED2-A6BA-9F378C5A8C9A}" type="pres">
      <dgm:prSet presAssocID="{04E14785-7523-4016-9820-D8BEDBFDDAAE}" presName="vert1" presStyleCnt="0"/>
      <dgm:spPr/>
    </dgm:pt>
    <dgm:pt modelId="{115CF877-F06A-4E8C-8DEA-CE3EDBE88E1D}" type="pres">
      <dgm:prSet presAssocID="{7D2F2F6F-01D0-47CB-BEF0-70404F3EC8C6}" presName="thickLine" presStyleLbl="alignNode1" presStyleIdx="3" presStyleCnt="4"/>
      <dgm:spPr/>
    </dgm:pt>
    <dgm:pt modelId="{D4909B32-0373-4C6D-9023-12CC1B230874}" type="pres">
      <dgm:prSet presAssocID="{7D2F2F6F-01D0-47CB-BEF0-70404F3EC8C6}" presName="horz1" presStyleCnt="0"/>
      <dgm:spPr/>
    </dgm:pt>
    <dgm:pt modelId="{EDF9A6A6-DF2C-45A4-A768-AFF5C04C93AA}" type="pres">
      <dgm:prSet presAssocID="{7D2F2F6F-01D0-47CB-BEF0-70404F3EC8C6}" presName="tx1" presStyleLbl="revTx" presStyleIdx="3" presStyleCnt="4"/>
      <dgm:spPr/>
    </dgm:pt>
    <dgm:pt modelId="{EC64ED89-A45B-4DF1-B993-FF606257E6B7}" type="pres">
      <dgm:prSet presAssocID="{7D2F2F6F-01D0-47CB-BEF0-70404F3EC8C6}" presName="vert1" presStyleCnt="0"/>
      <dgm:spPr/>
    </dgm:pt>
  </dgm:ptLst>
  <dgm:cxnLst>
    <dgm:cxn modelId="{D8673907-F194-4C70-8EAD-A2BD3A682F11}" srcId="{68AD34E0-D4D2-4ADE-B950-265F613AC462}" destId="{55228722-15C9-4653-9C20-1FBCFE65451D}" srcOrd="0" destOrd="0" parTransId="{018D66E5-9157-4775-A524-400C10975593}" sibTransId="{63CFFDD6-E749-42E3-91FF-65F42A37FF80}"/>
    <dgm:cxn modelId="{E01BF763-9E17-481B-8EAA-87622720FAC7}" srcId="{68AD34E0-D4D2-4ADE-B950-265F613AC462}" destId="{04E14785-7523-4016-9820-D8BEDBFDDAAE}" srcOrd="2" destOrd="0" parTransId="{B30C3460-663D-4EE4-8312-8D5C03278ECB}" sibTransId="{9E935F0A-319A-4FA9-B246-A1B96E77601F}"/>
    <dgm:cxn modelId="{12C16645-A784-48EE-8A27-FF4BB4BAF447}" srcId="{68AD34E0-D4D2-4ADE-B950-265F613AC462}" destId="{C5B0B8DB-E494-48FA-99D0-C49DDA5CD319}" srcOrd="1" destOrd="0" parTransId="{816665BF-DF7C-45FC-97ED-F018FF3F1FDD}" sibTransId="{17FD60A0-E7FC-4151-A198-910C9AC109DC}"/>
    <dgm:cxn modelId="{1C8E6566-4856-4204-AEE2-2C552433D3C4}" type="presOf" srcId="{C5B0B8DB-E494-48FA-99D0-C49DDA5CD319}" destId="{08E8109E-9139-4A7A-A18A-9364FD0A10F0}" srcOrd="0" destOrd="0" presId="urn:microsoft.com/office/officeart/2008/layout/LinedList"/>
    <dgm:cxn modelId="{DDC53F6F-1361-442D-8C7B-ED4FFB2D1E38}" type="presOf" srcId="{68AD34E0-D4D2-4ADE-B950-265F613AC462}" destId="{1BCCA980-0EF1-4379-A973-A69CE71940F4}" srcOrd="0" destOrd="0" presId="urn:microsoft.com/office/officeart/2008/layout/LinedList"/>
    <dgm:cxn modelId="{C5FE5D8D-150D-4DC5-8C26-157E58CC77A8}" type="presOf" srcId="{7D2F2F6F-01D0-47CB-BEF0-70404F3EC8C6}" destId="{EDF9A6A6-DF2C-45A4-A768-AFF5C04C93AA}" srcOrd="0" destOrd="0" presId="urn:microsoft.com/office/officeart/2008/layout/LinedList"/>
    <dgm:cxn modelId="{4F9E3C90-D8AD-41CD-B9A6-675450AA1046}" type="presOf" srcId="{55228722-15C9-4653-9C20-1FBCFE65451D}" destId="{17CB28E6-B6CC-4977-A998-1E71C914B7A4}" srcOrd="0" destOrd="0" presId="urn:microsoft.com/office/officeart/2008/layout/LinedList"/>
    <dgm:cxn modelId="{B1040FA7-BDC0-4F3D-BF55-4C8C56C09CB0}" srcId="{68AD34E0-D4D2-4ADE-B950-265F613AC462}" destId="{7D2F2F6F-01D0-47CB-BEF0-70404F3EC8C6}" srcOrd="3" destOrd="0" parTransId="{C7180875-387E-4702-9945-CA92676C577B}" sibTransId="{D58BB16A-66EF-4D30-83E3-4E3E9FF1B9A6}"/>
    <dgm:cxn modelId="{EFF2AEC8-84FF-4272-B366-2A75FEBE591E}" type="presOf" srcId="{04E14785-7523-4016-9820-D8BEDBFDDAAE}" destId="{F56CD507-19EF-4D10-B2E4-61C309B54CD9}" srcOrd="0" destOrd="0" presId="urn:microsoft.com/office/officeart/2008/layout/LinedList"/>
    <dgm:cxn modelId="{8DC70721-F184-41BB-BF86-2E241284224F}" type="presParOf" srcId="{1BCCA980-0EF1-4379-A973-A69CE71940F4}" destId="{85542F69-D537-4F88-B182-1FE63738D82E}" srcOrd="0" destOrd="0" presId="urn:microsoft.com/office/officeart/2008/layout/LinedList"/>
    <dgm:cxn modelId="{B150F991-6EAD-40A5-87FD-5B24FA68F790}" type="presParOf" srcId="{1BCCA980-0EF1-4379-A973-A69CE71940F4}" destId="{F2FC0AB8-B2F8-4D3C-9924-8B0C52450B0A}" srcOrd="1" destOrd="0" presId="urn:microsoft.com/office/officeart/2008/layout/LinedList"/>
    <dgm:cxn modelId="{D35981A2-CF6D-4D33-A4DC-CB13F2827D5D}" type="presParOf" srcId="{F2FC0AB8-B2F8-4D3C-9924-8B0C52450B0A}" destId="{17CB28E6-B6CC-4977-A998-1E71C914B7A4}" srcOrd="0" destOrd="0" presId="urn:microsoft.com/office/officeart/2008/layout/LinedList"/>
    <dgm:cxn modelId="{39ABDC55-3D0C-47A2-8C8F-AEC2639DEDF1}" type="presParOf" srcId="{F2FC0AB8-B2F8-4D3C-9924-8B0C52450B0A}" destId="{95EB756A-47CC-498A-B743-2E5EB34D2CAD}" srcOrd="1" destOrd="0" presId="urn:microsoft.com/office/officeart/2008/layout/LinedList"/>
    <dgm:cxn modelId="{36574E25-AF3A-4CDB-B34B-76D66DE34F77}" type="presParOf" srcId="{1BCCA980-0EF1-4379-A973-A69CE71940F4}" destId="{8F6426D1-D439-443B-9767-5C6C7343B799}" srcOrd="2" destOrd="0" presId="urn:microsoft.com/office/officeart/2008/layout/LinedList"/>
    <dgm:cxn modelId="{88010704-93B0-4B36-B625-D15672BA7B7F}" type="presParOf" srcId="{1BCCA980-0EF1-4379-A973-A69CE71940F4}" destId="{05AA9504-717A-49B7-9380-13F398A3815D}" srcOrd="3" destOrd="0" presId="urn:microsoft.com/office/officeart/2008/layout/LinedList"/>
    <dgm:cxn modelId="{CDCD528C-EF12-4BC3-8D4B-315EC6B2C302}" type="presParOf" srcId="{05AA9504-717A-49B7-9380-13F398A3815D}" destId="{08E8109E-9139-4A7A-A18A-9364FD0A10F0}" srcOrd="0" destOrd="0" presId="urn:microsoft.com/office/officeart/2008/layout/LinedList"/>
    <dgm:cxn modelId="{5E6CBB98-EC9E-49E1-8BCA-4E4A4578ACEF}" type="presParOf" srcId="{05AA9504-717A-49B7-9380-13F398A3815D}" destId="{18A3509D-DF43-4DAC-AE45-8021D01B46EE}" srcOrd="1" destOrd="0" presId="urn:microsoft.com/office/officeart/2008/layout/LinedList"/>
    <dgm:cxn modelId="{73E8A89B-86BB-4A9F-BE54-EEF940A7F3FC}" type="presParOf" srcId="{1BCCA980-0EF1-4379-A973-A69CE71940F4}" destId="{74B68B9C-3D06-4820-ACE7-B62931C57F29}" srcOrd="4" destOrd="0" presId="urn:microsoft.com/office/officeart/2008/layout/LinedList"/>
    <dgm:cxn modelId="{38E3DDA4-8971-4D10-9762-4E8F502F8E69}" type="presParOf" srcId="{1BCCA980-0EF1-4379-A973-A69CE71940F4}" destId="{EEE91AF0-CCB4-4265-BBC3-F09A79298703}" srcOrd="5" destOrd="0" presId="urn:microsoft.com/office/officeart/2008/layout/LinedList"/>
    <dgm:cxn modelId="{2D57784B-2CAE-45AE-BFCC-9E56C77F163A}" type="presParOf" srcId="{EEE91AF0-CCB4-4265-BBC3-F09A79298703}" destId="{F56CD507-19EF-4D10-B2E4-61C309B54CD9}" srcOrd="0" destOrd="0" presId="urn:microsoft.com/office/officeart/2008/layout/LinedList"/>
    <dgm:cxn modelId="{6B4E4E06-573A-4B1D-839A-A94FE1E16BA1}" type="presParOf" srcId="{EEE91AF0-CCB4-4265-BBC3-F09A79298703}" destId="{6B30D75F-A18B-4ED2-A6BA-9F378C5A8C9A}" srcOrd="1" destOrd="0" presId="urn:microsoft.com/office/officeart/2008/layout/LinedList"/>
    <dgm:cxn modelId="{81B0310C-85A4-4BE8-BFD1-3D11A535D89E}" type="presParOf" srcId="{1BCCA980-0EF1-4379-A973-A69CE71940F4}" destId="{115CF877-F06A-4E8C-8DEA-CE3EDBE88E1D}" srcOrd="6" destOrd="0" presId="urn:microsoft.com/office/officeart/2008/layout/LinedList"/>
    <dgm:cxn modelId="{26EFC240-224A-4997-AFDA-84398BF8DAC4}" type="presParOf" srcId="{1BCCA980-0EF1-4379-A973-A69CE71940F4}" destId="{D4909B32-0373-4C6D-9023-12CC1B230874}" srcOrd="7" destOrd="0" presId="urn:microsoft.com/office/officeart/2008/layout/LinedList"/>
    <dgm:cxn modelId="{99B23986-AE53-4ED2-B0EF-AE664BCC6E5A}" type="presParOf" srcId="{D4909B32-0373-4C6D-9023-12CC1B230874}" destId="{EDF9A6A6-DF2C-45A4-A768-AFF5C04C93AA}" srcOrd="0" destOrd="0" presId="urn:microsoft.com/office/officeart/2008/layout/LinedList"/>
    <dgm:cxn modelId="{4DF785CC-833A-4891-A769-65C6CE3982DE}" type="presParOf" srcId="{D4909B32-0373-4C6D-9023-12CC1B230874}" destId="{EC64ED89-A45B-4DF1-B993-FF606257E6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6ABEE7-4A57-4189-9835-CB13C02FCCB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31B944A-BEB7-43A0-A295-C704592B5DF2}">
      <dgm:prSet/>
      <dgm:spPr/>
      <dgm:t>
        <a:bodyPr/>
        <a:lstStyle/>
        <a:p>
          <a:r>
            <a:rPr lang="en-US" b="1" i="0" baseline="0" dirty="0"/>
            <a:t>Same codebase</a:t>
          </a:r>
          <a:r>
            <a:rPr lang="en-US" b="0" i="0" baseline="0" dirty="0"/>
            <a:t>, new compute: migrated from Step 8 test cluster → Step 9 production cluster</a:t>
          </a:r>
          <a:endParaRPr lang="en-US" dirty="0"/>
        </a:p>
      </dgm:t>
    </dgm:pt>
    <dgm:pt modelId="{36CF1C6C-51BD-4635-93C3-C5199D86C7CF}" type="parTrans" cxnId="{3D67E65D-47AD-4E55-A703-F1849732BCD4}">
      <dgm:prSet/>
      <dgm:spPr/>
      <dgm:t>
        <a:bodyPr/>
        <a:lstStyle/>
        <a:p>
          <a:endParaRPr lang="en-US"/>
        </a:p>
      </dgm:t>
    </dgm:pt>
    <dgm:pt modelId="{D5623125-A6A0-4DA5-9FD7-D43AAFCA8D04}" type="sibTrans" cxnId="{3D67E65D-47AD-4E55-A703-F1849732BCD4}">
      <dgm:prSet/>
      <dgm:spPr/>
      <dgm:t>
        <a:bodyPr/>
        <a:lstStyle/>
        <a:p>
          <a:endParaRPr lang="en-US"/>
        </a:p>
      </dgm:t>
    </dgm:pt>
    <dgm:pt modelId="{05F1EA13-ED6F-4595-BE0B-A63B1673E449}">
      <dgm:prSet/>
      <dgm:spPr/>
      <dgm:t>
        <a:bodyPr/>
        <a:lstStyle/>
        <a:p>
          <a:r>
            <a:rPr lang="en-US" b="1" i="0" baseline="0"/>
            <a:t>Environment upgrades:</a:t>
          </a:r>
          <a:r>
            <a:rPr lang="en-US" b="0" i="0" baseline="0"/>
            <a:t> Databricks Runtime 16 LTS (Spark 3.5 / Python 3.11)</a:t>
          </a:r>
          <a:endParaRPr lang="en-US"/>
        </a:p>
      </dgm:t>
    </dgm:pt>
    <dgm:pt modelId="{58B275FA-344B-41FE-AFE0-613F4C5306C2}" type="parTrans" cxnId="{C7A98482-4270-4C49-86C9-4D87045464AF}">
      <dgm:prSet/>
      <dgm:spPr/>
      <dgm:t>
        <a:bodyPr/>
        <a:lstStyle/>
        <a:p>
          <a:endParaRPr lang="en-US"/>
        </a:p>
      </dgm:t>
    </dgm:pt>
    <dgm:pt modelId="{185394D5-1472-49C5-A4B3-FAE8C21225AF}" type="sibTrans" cxnId="{C7A98482-4270-4C49-86C9-4D87045464AF}">
      <dgm:prSet/>
      <dgm:spPr/>
      <dgm:t>
        <a:bodyPr/>
        <a:lstStyle/>
        <a:p>
          <a:endParaRPr lang="en-US"/>
        </a:p>
      </dgm:t>
    </dgm:pt>
    <dgm:pt modelId="{D4F1480F-751A-4890-8E56-50495448301E}">
      <dgm:prSet/>
      <dgm:spPr/>
      <dgm:t>
        <a:bodyPr/>
        <a:lstStyle/>
        <a:p>
          <a:r>
            <a:rPr lang="en-US" b="1" i="0" baseline="0"/>
            <a:t>Infrastructure-as-Code:</a:t>
          </a:r>
          <a:r>
            <a:rPr lang="en-US" b="0" i="0" baseline="0"/>
            <a:t> Deployed via </a:t>
          </a:r>
          <a:r>
            <a:rPr lang="en-US" b="1" i="0" baseline="0"/>
            <a:t>Bicep templates</a:t>
          </a:r>
          <a:r>
            <a:rPr lang="en-US" b="0" i="0" baseline="0"/>
            <a:t> to ensure reproducibility</a:t>
          </a:r>
          <a:endParaRPr lang="en-US"/>
        </a:p>
      </dgm:t>
    </dgm:pt>
    <dgm:pt modelId="{B90E0AFA-C5F2-452B-B3D2-AD8C8031A24F}" type="parTrans" cxnId="{9DBF7E9D-1C4E-4479-9CCD-9F29CC11EFA3}">
      <dgm:prSet/>
      <dgm:spPr/>
      <dgm:t>
        <a:bodyPr/>
        <a:lstStyle/>
        <a:p>
          <a:endParaRPr lang="en-US"/>
        </a:p>
      </dgm:t>
    </dgm:pt>
    <dgm:pt modelId="{D17C5497-2ABD-42E3-92D0-909C9561F475}" type="sibTrans" cxnId="{9DBF7E9D-1C4E-4479-9CCD-9F29CC11EFA3}">
      <dgm:prSet/>
      <dgm:spPr/>
      <dgm:t>
        <a:bodyPr/>
        <a:lstStyle/>
        <a:p>
          <a:endParaRPr lang="en-US"/>
        </a:p>
      </dgm:t>
    </dgm:pt>
    <dgm:pt modelId="{193F7217-BA82-4251-99B6-31279B25C0F9}">
      <dgm:prSet/>
      <dgm:spPr/>
      <dgm:t>
        <a:bodyPr/>
        <a:lstStyle/>
        <a:p>
          <a:r>
            <a:rPr lang="en-US" b="1" i="0" baseline="0" dirty="0"/>
            <a:t>Configuration parity:</a:t>
          </a:r>
          <a:r>
            <a:rPr lang="en-US" b="0" i="0" baseline="0" dirty="0"/>
            <a:t> Identical storage paths, Key Vault secrets, and data lineage logic</a:t>
          </a:r>
          <a:endParaRPr lang="en-US" dirty="0"/>
        </a:p>
      </dgm:t>
    </dgm:pt>
    <dgm:pt modelId="{021B9167-01B8-49B9-AE63-8C1A31EB86E6}" type="parTrans" cxnId="{E24A7421-E138-49A3-B90A-F590035006A0}">
      <dgm:prSet/>
      <dgm:spPr/>
      <dgm:t>
        <a:bodyPr/>
        <a:lstStyle/>
        <a:p>
          <a:endParaRPr lang="en-US"/>
        </a:p>
      </dgm:t>
    </dgm:pt>
    <dgm:pt modelId="{3A965C25-130C-4D22-AD99-747A81ABC99C}" type="sibTrans" cxnId="{E24A7421-E138-49A3-B90A-F590035006A0}">
      <dgm:prSet/>
      <dgm:spPr/>
      <dgm:t>
        <a:bodyPr/>
        <a:lstStyle/>
        <a:p>
          <a:endParaRPr lang="en-US"/>
        </a:p>
      </dgm:t>
    </dgm:pt>
    <dgm:pt modelId="{E0FFC9F4-2855-4F7A-81E7-A35D031C6D1F}">
      <dgm:prSet/>
      <dgm:spPr/>
      <dgm:t>
        <a:bodyPr/>
        <a:lstStyle/>
        <a:p>
          <a:r>
            <a:rPr lang="en-US" b="1" i="0" baseline="0"/>
            <a:t>Goal:</a:t>
          </a:r>
          <a:r>
            <a:rPr lang="en-US" b="0" i="0" baseline="0"/>
            <a:t> Maintain code stability while scaling to process the entire TMDB + Discogs dataset</a:t>
          </a:r>
          <a:endParaRPr lang="en-US"/>
        </a:p>
      </dgm:t>
    </dgm:pt>
    <dgm:pt modelId="{93AE3968-0A9E-40D8-9D9F-E658E75BF6A3}" type="parTrans" cxnId="{5415E48F-2B53-4013-8C57-925EBD23ACB7}">
      <dgm:prSet/>
      <dgm:spPr/>
      <dgm:t>
        <a:bodyPr/>
        <a:lstStyle/>
        <a:p>
          <a:endParaRPr lang="en-US"/>
        </a:p>
      </dgm:t>
    </dgm:pt>
    <dgm:pt modelId="{0ABD6BD1-5F52-48E8-818B-493DC003AC51}" type="sibTrans" cxnId="{5415E48F-2B53-4013-8C57-925EBD23ACB7}">
      <dgm:prSet/>
      <dgm:spPr/>
      <dgm:t>
        <a:bodyPr/>
        <a:lstStyle/>
        <a:p>
          <a:endParaRPr lang="en-US"/>
        </a:p>
      </dgm:t>
    </dgm:pt>
    <dgm:pt modelId="{226EEF60-9355-4816-9C9B-9FD50FCC6DA8}" type="pres">
      <dgm:prSet presAssocID="{7E6ABEE7-4A57-4189-9835-CB13C02FCCBB}" presName="diagram" presStyleCnt="0">
        <dgm:presLayoutVars>
          <dgm:dir/>
          <dgm:resizeHandles val="exact"/>
        </dgm:presLayoutVars>
      </dgm:prSet>
      <dgm:spPr/>
    </dgm:pt>
    <dgm:pt modelId="{1CCCAEA9-8D76-4250-A2CF-A5805B5D9521}" type="pres">
      <dgm:prSet presAssocID="{A31B944A-BEB7-43A0-A295-C704592B5DF2}" presName="node" presStyleLbl="node1" presStyleIdx="0" presStyleCnt="5">
        <dgm:presLayoutVars>
          <dgm:bulletEnabled val="1"/>
        </dgm:presLayoutVars>
      </dgm:prSet>
      <dgm:spPr/>
    </dgm:pt>
    <dgm:pt modelId="{A9F991D6-5107-4AE7-B969-DB04F4D018CB}" type="pres">
      <dgm:prSet presAssocID="{D5623125-A6A0-4DA5-9FD7-D43AAFCA8D04}" presName="sibTrans" presStyleCnt="0"/>
      <dgm:spPr/>
    </dgm:pt>
    <dgm:pt modelId="{822942A0-162F-4BD7-BFC5-50E48329FDA2}" type="pres">
      <dgm:prSet presAssocID="{05F1EA13-ED6F-4595-BE0B-A63B1673E449}" presName="node" presStyleLbl="node1" presStyleIdx="1" presStyleCnt="5">
        <dgm:presLayoutVars>
          <dgm:bulletEnabled val="1"/>
        </dgm:presLayoutVars>
      </dgm:prSet>
      <dgm:spPr/>
    </dgm:pt>
    <dgm:pt modelId="{3076328E-E04F-4EDA-AB00-52B68EFFC459}" type="pres">
      <dgm:prSet presAssocID="{185394D5-1472-49C5-A4B3-FAE8C21225AF}" presName="sibTrans" presStyleCnt="0"/>
      <dgm:spPr/>
    </dgm:pt>
    <dgm:pt modelId="{497D3671-3311-46A5-B59F-E2CC100AA784}" type="pres">
      <dgm:prSet presAssocID="{D4F1480F-751A-4890-8E56-50495448301E}" presName="node" presStyleLbl="node1" presStyleIdx="2" presStyleCnt="5">
        <dgm:presLayoutVars>
          <dgm:bulletEnabled val="1"/>
        </dgm:presLayoutVars>
      </dgm:prSet>
      <dgm:spPr/>
    </dgm:pt>
    <dgm:pt modelId="{08C030D4-164B-4CE6-985C-53963533B5AA}" type="pres">
      <dgm:prSet presAssocID="{D17C5497-2ABD-42E3-92D0-909C9561F475}" presName="sibTrans" presStyleCnt="0"/>
      <dgm:spPr/>
    </dgm:pt>
    <dgm:pt modelId="{5C50F921-CBDA-4DCC-B09F-DBD412E5048E}" type="pres">
      <dgm:prSet presAssocID="{193F7217-BA82-4251-99B6-31279B25C0F9}" presName="node" presStyleLbl="node1" presStyleIdx="3" presStyleCnt="5">
        <dgm:presLayoutVars>
          <dgm:bulletEnabled val="1"/>
        </dgm:presLayoutVars>
      </dgm:prSet>
      <dgm:spPr/>
    </dgm:pt>
    <dgm:pt modelId="{D99951BA-4E17-413E-9BB9-9C3BC8E44F2A}" type="pres">
      <dgm:prSet presAssocID="{3A965C25-130C-4D22-AD99-747A81ABC99C}" presName="sibTrans" presStyleCnt="0"/>
      <dgm:spPr/>
    </dgm:pt>
    <dgm:pt modelId="{90E6284A-64FF-4FC1-A824-6E98019158E3}" type="pres">
      <dgm:prSet presAssocID="{E0FFC9F4-2855-4F7A-81E7-A35D031C6D1F}" presName="node" presStyleLbl="node1" presStyleIdx="4" presStyleCnt="5">
        <dgm:presLayoutVars>
          <dgm:bulletEnabled val="1"/>
        </dgm:presLayoutVars>
      </dgm:prSet>
      <dgm:spPr/>
    </dgm:pt>
  </dgm:ptLst>
  <dgm:cxnLst>
    <dgm:cxn modelId="{C35A5F11-86C4-4DD2-A623-24AC1F2F3100}" type="presOf" srcId="{D4F1480F-751A-4890-8E56-50495448301E}" destId="{497D3671-3311-46A5-B59F-E2CC100AA784}" srcOrd="0" destOrd="0" presId="urn:microsoft.com/office/officeart/2005/8/layout/default"/>
    <dgm:cxn modelId="{E24A7421-E138-49A3-B90A-F590035006A0}" srcId="{7E6ABEE7-4A57-4189-9835-CB13C02FCCBB}" destId="{193F7217-BA82-4251-99B6-31279B25C0F9}" srcOrd="3" destOrd="0" parTransId="{021B9167-01B8-49B9-AE63-8C1A31EB86E6}" sibTransId="{3A965C25-130C-4D22-AD99-747A81ABC99C}"/>
    <dgm:cxn modelId="{3D67E65D-47AD-4E55-A703-F1849732BCD4}" srcId="{7E6ABEE7-4A57-4189-9835-CB13C02FCCBB}" destId="{A31B944A-BEB7-43A0-A295-C704592B5DF2}" srcOrd="0" destOrd="0" parTransId="{36CF1C6C-51BD-4635-93C3-C5199D86C7CF}" sibTransId="{D5623125-A6A0-4DA5-9FD7-D43AAFCA8D04}"/>
    <dgm:cxn modelId="{9DB19264-ADAC-4C8B-8ABD-CF12826FCF45}" type="presOf" srcId="{05F1EA13-ED6F-4595-BE0B-A63B1673E449}" destId="{822942A0-162F-4BD7-BFC5-50E48329FDA2}" srcOrd="0" destOrd="0" presId="urn:microsoft.com/office/officeart/2005/8/layout/default"/>
    <dgm:cxn modelId="{0FC96A79-439E-4CE3-9528-C689EE01CE4B}" type="presOf" srcId="{A31B944A-BEB7-43A0-A295-C704592B5DF2}" destId="{1CCCAEA9-8D76-4250-A2CF-A5805B5D9521}" srcOrd="0" destOrd="0" presId="urn:microsoft.com/office/officeart/2005/8/layout/default"/>
    <dgm:cxn modelId="{C7A98482-4270-4C49-86C9-4D87045464AF}" srcId="{7E6ABEE7-4A57-4189-9835-CB13C02FCCBB}" destId="{05F1EA13-ED6F-4595-BE0B-A63B1673E449}" srcOrd="1" destOrd="0" parTransId="{58B275FA-344B-41FE-AFE0-613F4C5306C2}" sibTransId="{185394D5-1472-49C5-A4B3-FAE8C21225AF}"/>
    <dgm:cxn modelId="{5415E48F-2B53-4013-8C57-925EBD23ACB7}" srcId="{7E6ABEE7-4A57-4189-9835-CB13C02FCCBB}" destId="{E0FFC9F4-2855-4F7A-81E7-A35D031C6D1F}" srcOrd="4" destOrd="0" parTransId="{93AE3968-0A9E-40D8-9D9F-E658E75BF6A3}" sibTransId="{0ABD6BD1-5F52-48E8-818B-493DC003AC51}"/>
    <dgm:cxn modelId="{9CF6A991-686D-4E48-85F9-A8117B27B641}" type="presOf" srcId="{7E6ABEE7-4A57-4189-9835-CB13C02FCCBB}" destId="{226EEF60-9355-4816-9C9B-9FD50FCC6DA8}" srcOrd="0" destOrd="0" presId="urn:microsoft.com/office/officeart/2005/8/layout/default"/>
    <dgm:cxn modelId="{9DBF7E9D-1C4E-4479-9CCD-9F29CC11EFA3}" srcId="{7E6ABEE7-4A57-4189-9835-CB13C02FCCBB}" destId="{D4F1480F-751A-4890-8E56-50495448301E}" srcOrd="2" destOrd="0" parTransId="{B90E0AFA-C5F2-452B-B3D2-AD8C8031A24F}" sibTransId="{D17C5497-2ABD-42E3-92D0-909C9561F475}"/>
    <dgm:cxn modelId="{C599E3C0-4261-4A5B-8E26-7B70B2255698}" type="presOf" srcId="{E0FFC9F4-2855-4F7A-81E7-A35D031C6D1F}" destId="{90E6284A-64FF-4FC1-A824-6E98019158E3}" srcOrd="0" destOrd="0" presId="urn:microsoft.com/office/officeart/2005/8/layout/default"/>
    <dgm:cxn modelId="{3E1764E6-B98F-45B6-B675-2099FF9E10FA}" type="presOf" srcId="{193F7217-BA82-4251-99B6-31279B25C0F9}" destId="{5C50F921-CBDA-4DCC-B09F-DBD412E5048E}" srcOrd="0" destOrd="0" presId="urn:microsoft.com/office/officeart/2005/8/layout/default"/>
    <dgm:cxn modelId="{2DA272A7-A737-447C-8BB1-1C323DADA862}" type="presParOf" srcId="{226EEF60-9355-4816-9C9B-9FD50FCC6DA8}" destId="{1CCCAEA9-8D76-4250-A2CF-A5805B5D9521}" srcOrd="0" destOrd="0" presId="urn:microsoft.com/office/officeart/2005/8/layout/default"/>
    <dgm:cxn modelId="{EA58C5B3-07A0-4B8A-A739-1850EA764EAB}" type="presParOf" srcId="{226EEF60-9355-4816-9C9B-9FD50FCC6DA8}" destId="{A9F991D6-5107-4AE7-B969-DB04F4D018CB}" srcOrd="1" destOrd="0" presId="urn:microsoft.com/office/officeart/2005/8/layout/default"/>
    <dgm:cxn modelId="{0A673080-CDFA-4746-A953-27973B4ACD20}" type="presParOf" srcId="{226EEF60-9355-4816-9C9B-9FD50FCC6DA8}" destId="{822942A0-162F-4BD7-BFC5-50E48329FDA2}" srcOrd="2" destOrd="0" presId="urn:microsoft.com/office/officeart/2005/8/layout/default"/>
    <dgm:cxn modelId="{DBC29F23-8AE9-4899-8538-8A19F9ABDA3E}" type="presParOf" srcId="{226EEF60-9355-4816-9C9B-9FD50FCC6DA8}" destId="{3076328E-E04F-4EDA-AB00-52B68EFFC459}" srcOrd="3" destOrd="0" presId="urn:microsoft.com/office/officeart/2005/8/layout/default"/>
    <dgm:cxn modelId="{EA8DF5BD-0F46-4A21-A0E1-CFDC69740834}" type="presParOf" srcId="{226EEF60-9355-4816-9C9B-9FD50FCC6DA8}" destId="{497D3671-3311-46A5-B59F-E2CC100AA784}" srcOrd="4" destOrd="0" presId="urn:microsoft.com/office/officeart/2005/8/layout/default"/>
    <dgm:cxn modelId="{E623F900-7E30-4807-B414-CB632D0A0246}" type="presParOf" srcId="{226EEF60-9355-4816-9C9B-9FD50FCC6DA8}" destId="{08C030D4-164B-4CE6-985C-53963533B5AA}" srcOrd="5" destOrd="0" presId="urn:microsoft.com/office/officeart/2005/8/layout/default"/>
    <dgm:cxn modelId="{DD96A92B-ECB3-4F7B-998C-023F494CB6F8}" type="presParOf" srcId="{226EEF60-9355-4816-9C9B-9FD50FCC6DA8}" destId="{5C50F921-CBDA-4DCC-B09F-DBD412E5048E}" srcOrd="6" destOrd="0" presId="urn:microsoft.com/office/officeart/2005/8/layout/default"/>
    <dgm:cxn modelId="{2B937F18-C636-4B73-B3D9-4CF891DFD75C}" type="presParOf" srcId="{226EEF60-9355-4816-9C9B-9FD50FCC6DA8}" destId="{D99951BA-4E17-413E-9BB9-9C3BC8E44F2A}" srcOrd="7" destOrd="0" presId="urn:microsoft.com/office/officeart/2005/8/layout/default"/>
    <dgm:cxn modelId="{5428CFBA-8FA4-4EF4-9E44-C553FAE2F386}" type="presParOf" srcId="{226EEF60-9355-4816-9C9B-9FD50FCC6DA8}" destId="{90E6284A-64FF-4FC1-A824-6E98019158E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36D828-C446-4E9A-8C7B-5772559DE53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4BE72E-44CE-4C69-A77B-1BD1A53077A2}">
      <dgm:prSet phldrT="[Text]" phldr="0"/>
      <dgm:spPr/>
      <dgm:t>
        <a:bodyPr/>
        <a:lstStyle/>
        <a:p>
          <a:r>
            <a:rPr lang="en-US" dirty="0"/>
            <a:t>Test Cluster</a:t>
          </a:r>
        </a:p>
      </dgm:t>
    </dgm:pt>
    <dgm:pt modelId="{F410FC71-F0F5-4D9A-A33A-FC5FA62A2F06}" type="parTrans" cxnId="{10368A33-9B74-4E42-96F6-7634DD90386C}">
      <dgm:prSet/>
      <dgm:spPr/>
      <dgm:t>
        <a:bodyPr/>
        <a:lstStyle/>
        <a:p>
          <a:endParaRPr lang="en-US"/>
        </a:p>
      </dgm:t>
    </dgm:pt>
    <dgm:pt modelId="{2E6206F9-45E0-4241-882F-613326797B3C}" type="sibTrans" cxnId="{10368A33-9B74-4E42-96F6-7634DD90386C}">
      <dgm:prSet/>
      <dgm:spPr/>
      <dgm:t>
        <a:bodyPr/>
        <a:lstStyle/>
        <a:p>
          <a:endParaRPr lang="en-US"/>
        </a:p>
      </dgm:t>
    </dgm:pt>
    <dgm:pt modelId="{78869A54-AE03-4735-91B9-14D06BAA4811}">
      <dgm:prSet phldrT="[Text]" phldr="0"/>
      <dgm:spPr/>
      <dgm:t>
        <a:bodyPr/>
        <a:lstStyle/>
        <a:p>
          <a:r>
            <a:rPr lang="en-US" dirty="0"/>
            <a:t>Bicep Deploy</a:t>
          </a:r>
        </a:p>
      </dgm:t>
    </dgm:pt>
    <dgm:pt modelId="{C5E9F068-0F20-4459-B514-7739EB12C7CE}" type="parTrans" cxnId="{C96B1F49-4CEB-483C-A0FC-B7EB7D3620F6}">
      <dgm:prSet/>
      <dgm:spPr/>
      <dgm:t>
        <a:bodyPr/>
        <a:lstStyle/>
        <a:p>
          <a:endParaRPr lang="en-US"/>
        </a:p>
      </dgm:t>
    </dgm:pt>
    <dgm:pt modelId="{9D5E9612-699F-4ED5-AB8F-1EF09E1A1FB3}" type="sibTrans" cxnId="{C96B1F49-4CEB-483C-A0FC-B7EB7D3620F6}">
      <dgm:prSet/>
      <dgm:spPr/>
      <dgm:t>
        <a:bodyPr/>
        <a:lstStyle/>
        <a:p>
          <a:endParaRPr lang="en-US"/>
        </a:p>
      </dgm:t>
    </dgm:pt>
    <dgm:pt modelId="{25D4069C-FAA0-427F-93F8-D1ED1BF6A492}">
      <dgm:prSet phldrT="[Text]" phldr="0"/>
      <dgm:spPr/>
      <dgm:t>
        <a:bodyPr/>
        <a:lstStyle/>
        <a:p>
          <a:r>
            <a:rPr lang="en-US" dirty="0"/>
            <a:t>Prod Cluster</a:t>
          </a:r>
        </a:p>
      </dgm:t>
    </dgm:pt>
    <dgm:pt modelId="{C2F52D8E-A779-49C0-AEA5-A59F210C6FD8}" type="parTrans" cxnId="{F053D093-0A45-4907-B39B-3116C64DA9A3}">
      <dgm:prSet/>
      <dgm:spPr/>
      <dgm:t>
        <a:bodyPr/>
        <a:lstStyle/>
        <a:p>
          <a:endParaRPr lang="en-US"/>
        </a:p>
      </dgm:t>
    </dgm:pt>
    <dgm:pt modelId="{CAE51C1D-9D4E-4B47-BDA9-59A88072408E}" type="sibTrans" cxnId="{F053D093-0A45-4907-B39B-3116C64DA9A3}">
      <dgm:prSet/>
      <dgm:spPr/>
      <dgm:t>
        <a:bodyPr/>
        <a:lstStyle/>
        <a:p>
          <a:endParaRPr lang="en-US"/>
        </a:p>
      </dgm:t>
    </dgm:pt>
    <dgm:pt modelId="{96946514-5D44-42C7-955C-C669999272E9}">
      <dgm:prSet phldrT="[Text]" phldr="0"/>
      <dgm:spPr/>
      <dgm:t>
        <a:bodyPr/>
        <a:lstStyle/>
        <a:p>
          <a:r>
            <a:rPr lang="en-US" dirty="0"/>
            <a:t>ADLS Gold Outputs</a:t>
          </a:r>
        </a:p>
      </dgm:t>
    </dgm:pt>
    <dgm:pt modelId="{6B10C5C0-58AE-4C42-B153-2ECA01DC4591}" type="parTrans" cxnId="{A16C34AD-B8D5-41E4-AB3E-264C01C85AFA}">
      <dgm:prSet/>
      <dgm:spPr/>
      <dgm:t>
        <a:bodyPr/>
        <a:lstStyle/>
        <a:p>
          <a:endParaRPr lang="en-US"/>
        </a:p>
      </dgm:t>
    </dgm:pt>
    <dgm:pt modelId="{E4AE6248-D794-4FB8-B690-C4A43E30465F}" type="sibTrans" cxnId="{A16C34AD-B8D5-41E4-AB3E-264C01C85AFA}">
      <dgm:prSet/>
      <dgm:spPr/>
      <dgm:t>
        <a:bodyPr/>
        <a:lstStyle/>
        <a:p>
          <a:endParaRPr lang="en-US"/>
        </a:p>
      </dgm:t>
    </dgm:pt>
    <dgm:pt modelId="{28B84795-45F0-4582-9195-2F7D90FB1AEC}" type="pres">
      <dgm:prSet presAssocID="{7036D828-C446-4E9A-8C7B-5772559DE537}" presName="Name0" presStyleCnt="0">
        <dgm:presLayoutVars>
          <dgm:dir/>
          <dgm:animLvl val="lvl"/>
          <dgm:resizeHandles val="exact"/>
        </dgm:presLayoutVars>
      </dgm:prSet>
      <dgm:spPr/>
    </dgm:pt>
    <dgm:pt modelId="{46770A83-494C-4C4C-9EA7-FE9B4B96C0EC}" type="pres">
      <dgm:prSet presAssocID="{D94BE72E-44CE-4C69-A77B-1BD1A53077A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B000AB-F98A-4985-85DF-22E8FA8D842D}" type="pres">
      <dgm:prSet presAssocID="{2E6206F9-45E0-4241-882F-613326797B3C}" presName="parTxOnlySpace" presStyleCnt="0"/>
      <dgm:spPr/>
    </dgm:pt>
    <dgm:pt modelId="{6BF4B97E-9DD9-43B2-96DD-F4BC0DC628F0}" type="pres">
      <dgm:prSet presAssocID="{78869A54-AE03-4735-91B9-14D06BAA481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84DD25-A226-4E88-857B-DFEDA9661A99}" type="pres">
      <dgm:prSet presAssocID="{9D5E9612-699F-4ED5-AB8F-1EF09E1A1FB3}" presName="parTxOnlySpace" presStyleCnt="0"/>
      <dgm:spPr/>
    </dgm:pt>
    <dgm:pt modelId="{C450E463-1E4C-48DF-A3A6-747CEAF56F3A}" type="pres">
      <dgm:prSet presAssocID="{25D4069C-FAA0-427F-93F8-D1ED1BF6A49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6C6A404-9440-48A6-A1A7-0BD50FB496F7}" type="pres">
      <dgm:prSet presAssocID="{CAE51C1D-9D4E-4B47-BDA9-59A88072408E}" presName="parTxOnlySpace" presStyleCnt="0"/>
      <dgm:spPr/>
    </dgm:pt>
    <dgm:pt modelId="{2F3BEF75-AD9D-4B0E-971F-CF3F5C1C1455}" type="pres">
      <dgm:prSet presAssocID="{96946514-5D44-42C7-955C-C669999272E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237914-33D6-48E7-A2CA-E6493101F044}" type="presOf" srcId="{96946514-5D44-42C7-955C-C669999272E9}" destId="{2F3BEF75-AD9D-4B0E-971F-CF3F5C1C1455}" srcOrd="0" destOrd="0" presId="urn:microsoft.com/office/officeart/2005/8/layout/chevron1"/>
    <dgm:cxn modelId="{10368A33-9B74-4E42-96F6-7634DD90386C}" srcId="{7036D828-C446-4E9A-8C7B-5772559DE537}" destId="{D94BE72E-44CE-4C69-A77B-1BD1A53077A2}" srcOrd="0" destOrd="0" parTransId="{F410FC71-F0F5-4D9A-A33A-FC5FA62A2F06}" sibTransId="{2E6206F9-45E0-4241-882F-613326797B3C}"/>
    <dgm:cxn modelId="{C96B1F49-4CEB-483C-A0FC-B7EB7D3620F6}" srcId="{7036D828-C446-4E9A-8C7B-5772559DE537}" destId="{78869A54-AE03-4735-91B9-14D06BAA4811}" srcOrd="1" destOrd="0" parTransId="{C5E9F068-0F20-4459-B514-7739EB12C7CE}" sibTransId="{9D5E9612-699F-4ED5-AB8F-1EF09E1A1FB3}"/>
    <dgm:cxn modelId="{F053D093-0A45-4907-B39B-3116C64DA9A3}" srcId="{7036D828-C446-4E9A-8C7B-5772559DE537}" destId="{25D4069C-FAA0-427F-93F8-D1ED1BF6A492}" srcOrd="2" destOrd="0" parTransId="{C2F52D8E-A779-49C0-AEA5-A59F210C6FD8}" sibTransId="{CAE51C1D-9D4E-4B47-BDA9-59A88072408E}"/>
    <dgm:cxn modelId="{65D49AA3-7121-48D3-8824-E108AFB0FCF7}" type="presOf" srcId="{25D4069C-FAA0-427F-93F8-D1ED1BF6A492}" destId="{C450E463-1E4C-48DF-A3A6-747CEAF56F3A}" srcOrd="0" destOrd="0" presId="urn:microsoft.com/office/officeart/2005/8/layout/chevron1"/>
    <dgm:cxn modelId="{A16C34AD-B8D5-41E4-AB3E-264C01C85AFA}" srcId="{7036D828-C446-4E9A-8C7B-5772559DE537}" destId="{96946514-5D44-42C7-955C-C669999272E9}" srcOrd="3" destOrd="0" parTransId="{6B10C5C0-58AE-4C42-B153-2ECA01DC4591}" sibTransId="{E4AE6248-D794-4FB8-B690-C4A43E30465F}"/>
    <dgm:cxn modelId="{6C5909E1-E92B-4E64-BC8B-09477B84B1BF}" type="presOf" srcId="{D94BE72E-44CE-4C69-A77B-1BD1A53077A2}" destId="{46770A83-494C-4C4C-9EA7-FE9B4B96C0EC}" srcOrd="0" destOrd="0" presId="urn:microsoft.com/office/officeart/2005/8/layout/chevron1"/>
    <dgm:cxn modelId="{C55D96EB-89E3-4D2C-B6D5-2CDA49B0366E}" type="presOf" srcId="{7036D828-C446-4E9A-8C7B-5772559DE537}" destId="{28B84795-45F0-4582-9195-2F7D90FB1AEC}" srcOrd="0" destOrd="0" presId="urn:microsoft.com/office/officeart/2005/8/layout/chevron1"/>
    <dgm:cxn modelId="{1162B7F7-737F-4372-B1C5-4ED5E6E8A8BA}" type="presOf" srcId="{78869A54-AE03-4735-91B9-14D06BAA4811}" destId="{6BF4B97E-9DD9-43B2-96DD-F4BC0DC628F0}" srcOrd="0" destOrd="0" presId="urn:microsoft.com/office/officeart/2005/8/layout/chevron1"/>
    <dgm:cxn modelId="{E1C30F5E-7B45-4CF2-A86D-8D14416BB74B}" type="presParOf" srcId="{28B84795-45F0-4582-9195-2F7D90FB1AEC}" destId="{46770A83-494C-4C4C-9EA7-FE9B4B96C0EC}" srcOrd="0" destOrd="0" presId="urn:microsoft.com/office/officeart/2005/8/layout/chevron1"/>
    <dgm:cxn modelId="{C8BBBE49-33A5-4122-8839-52FD2CC112CA}" type="presParOf" srcId="{28B84795-45F0-4582-9195-2F7D90FB1AEC}" destId="{45B000AB-F98A-4985-85DF-22E8FA8D842D}" srcOrd="1" destOrd="0" presId="urn:microsoft.com/office/officeart/2005/8/layout/chevron1"/>
    <dgm:cxn modelId="{E962D0C1-6B33-480A-9E99-D142127EBF64}" type="presParOf" srcId="{28B84795-45F0-4582-9195-2F7D90FB1AEC}" destId="{6BF4B97E-9DD9-43B2-96DD-F4BC0DC628F0}" srcOrd="2" destOrd="0" presId="urn:microsoft.com/office/officeart/2005/8/layout/chevron1"/>
    <dgm:cxn modelId="{658B6090-0BE6-42CE-93A2-719C7FFC2339}" type="presParOf" srcId="{28B84795-45F0-4582-9195-2F7D90FB1AEC}" destId="{A884DD25-A226-4E88-857B-DFEDA9661A99}" srcOrd="3" destOrd="0" presId="urn:microsoft.com/office/officeart/2005/8/layout/chevron1"/>
    <dgm:cxn modelId="{82158D94-5E5A-43E8-991D-A1E2704BA20F}" type="presParOf" srcId="{28B84795-45F0-4582-9195-2F7D90FB1AEC}" destId="{C450E463-1E4C-48DF-A3A6-747CEAF56F3A}" srcOrd="4" destOrd="0" presId="urn:microsoft.com/office/officeart/2005/8/layout/chevron1"/>
    <dgm:cxn modelId="{FCFE7020-D7B2-4432-B5F4-9B2E462E06FF}" type="presParOf" srcId="{28B84795-45F0-4582-9195-2F7D90FB1AEC}" destId="{F6C6A404-9440-48A6-A1A7-0BD50FB496F7}" srcOrd="5" destOrd="0" presId="urn:microsoft.com/office/officeart/2005/8/layout/chevron1"/>
    <dgm:cxn modelId="{8BF7809D-70F2-4BF2-A9F3-4002AF3CEDEC}" type="presParOf" srcId="{28B84795-45F0-4582-9195-2F7D90FB1AEC}" destId="{2F3BEF75-AD9D-4B0E-971F-CF3F5C1C1455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DFB67D5-F84B-43CD-B1FE-E7D70AC1DB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24C8D90-D6D6-495C-8A8E-92A424F326EA}">
      <dgm:prSet/>
      <dgm:spPr/>
      <dgm:t>
        <a:bodyPr/>
        <a:lstStyle/>
        <a:p>
          <a:r>
            <a:rPr lang="en-US" b="1" i="0" baseline="0"/>
            <a:t>Compute:</a:t>
          </a:r>
          <a:r>
            <a:rPr lang="en-US" b="0" i="0" baseline="0"/>
            <a:t> Azure Databricks cluster (capstone-prod-cluster) running Runtime 16 LTS</a:t>
          </a:r>
          <a:endParaRPr lang="en-US"/>
        </a:p>
      </dgm:t>
    </dgm:pt>
    <dgm:pt modelId="{936E8DD9-A137-4A45-A344-861BBB00B242}" type="parTrans" cxnId="{1BF470D0-91F7-4C4C-BCCF-573819167831}">
      <dgm:prSet/>
      <dgm:spPr/>
      <dgm:t>
        <a:bodyPr/>
        <a:lstStyle/>
        <a:p>
          <a:endParaRPr lang="en-US"/>
        </a:p>
      </dgm:t>
    </dgm:pt>
    <dgm:pt modelId="{BE20A0D2-C4B0-4F42-AE97-EDA0DFDD6E3F}" type="sibTrans" cxnId="{1BF470D0-91F7-4C4C-BCCF-573819167831}">
      <dgm:prSet/>
      <dgm:spPr/>
      <dgm:t>
        <a:bodyPr/>
        <a:lstStyle/>
        <a:p>
          <a:endParaRPr lang="en-US"/>
        </a:p>
      </dgm:t>
    </dgm:pt>
    <dgm:pt modelId="{F2D9DCC9-B6C8-46ED-A638-BB59ACEB7AC3}">
      <dgm:prSet/>
      <dgm:spPr/>
      <dgm:t>
        <a:bodyPr/>
        <a:lstStyle/>
        <a:p>
          <a:r>
            <a:rPr lang="en-US" b="1" i="0" baseline="0"/>
            <a:t>Storage:</a:t>
          </a:r>
          <a:r>
            <a:rPr lang="en-US" b="0" i="0" baseline="0"/>
            <a:t> ADLS Gen2 containers — raw/, intermediate/, gold/</a:t>
          </a:r>
          <a:endParaRPr lang="en-US"/>
        </a:p>
      </dgm:t>
    </dgm:pt>
    <dgm:pt modelId="{61F1AACE-FA25-4BB1-89E7-3FAC5F9EF39A}" type="parTrans" cxnId="{11F83D66-4BD7-40C1-ACAC-6BE7568E106B}">
      <dgm:prSet/>
      <dgm:spPr/>
      <dgm:t>
        <a:bodyPr/>
        <a:lstStyle/>
        <a:p>
          <a:endParaRPr lang="en-US"/>
        </a:p>
      </dgm:t>
    </dgm:pt>
    <dgm:pt modelId="{2B435EEC-CCD1-434E-82B9-138FAC27B05B}" type="sibTrans" cxnId="{11F83D66-4BD7-40C1-ACAC-6BE7568E106B}">
      <dgm:prSet/>
      <dgm:spPr/>
      <dgm:t>
        <a:bodyPr/>
        <a:lstStyle/>
        <a:p>
          <a:endParaRPr lang="en-US"/>
        </a:p>
      </dgm:t>
    </dgm:pt>
    <dgm:pt modelId="{2C8F8EEE-3D58-4D40-97B4-88719B69B61B}">
      <dgm:prSet/>
      <dgm:spPr/>
      <dgm:t>
        <a:bodyPr/>
        <a:lstStyle/>
        <a:p>
          <a:r>
            <a:rPr lang="en-US" b="1" i="0" baseline="0"/>
            <a:t>Security:</a:t>
          </a:r>
          <a:r>
            <a:rPr lang="en-US" b="0" i="0" baseline="0"/>
            <a:t> Secrets managed via Azure Key Vault and Managed Identities</a:t>
          </a:r>
          <a:endParaRPr lang="en-US"/>
        </a:p>
      </dgm:t>
    </dgm:pt>
    <dgm:pt modelId="{56CD3AC2-1F2C-4450-AB1C-CB0A8B5BF7EC}" type="parTrans" cxnId="{EACCFFEF-00C6-4134-9732-6ADCCDD77ECD}">
      <dgm:prSet/>
      <dgm:spPr/>
      <dgm:t>
        <a:bodyPr/>
        <a:lstStyle/>
        <a:p>
          <a:endParaRPr lang="en-US"/>
        </a:p>
      </dgm:t>
    </dgm:pt>
    <dgm:pt modelId="{50C09221-F3F4-40B2-9366-0226FDC4C738}" type="sibTrans" cxnId="{EACCFFEF-00C6-4134-9732-6ADCCDD77ECD}">
      <dgm:prSet/>
      <dgm:spPr/>
      <dgm:t>
        <a:bodyPr/>
        <a:lstStyle/>
        <a:p>
          <a:endParaRPr lang="en-US"/>
        </a:p>
      </dgm:t>
    </dgm:pt>
    <dgm:pt modelId="{9760D690-4EB5-4429-9498-AB84B40599C4}">
      <dgm:prSet/>
      <dgm:spPr/>
      <dgm:t>
        <a:bodyPr/>
        <a:lstStyle/>
        <a:p>
          <a:r>
            <a:rPr lang="en-US" b="1" i="0" baseline="0"/>
            <a:t>Monitoring:</a:t>
          </a:r>
          <a:r>
            <a:rPr lang="en-US" b="0" i="0" baseline="0"/>
            <a:t> Integrated with Azure Log Analytics for telemetry and pipeline logging</a:t>
          </a:r>
          <a:endParaRPr lang="en-US"/>
        </a:p>
      </dgm:t>
    </dgm:pt>
    <dgm:pt modelId="{B16C060B-FEF6-46B2-AC8B-7F9406E88C50}" type="parTrans" cxnId="{ED5FE76F-4807-472F-A461-A0D4A4356298}">
      <dgm:prSet/>
      <dgm:spPr/>
      <dgm:t>
        <a:bodyPr/>
        <a:lstStyle/>
        <a:p>
          <a:endParaRPr lang="en-US"/>
        </a:p>
      </dgm:t>
    </dgm:pt>
    <dgm:pt modelId="{5F625FC6-167C-411F-A135-FBF113E0282D}" type="sibTrans" cxnId="{ED5FE76F-4807-472F-A461-A0D4A4356298}">
      <dgm:prSet/>
      <dgm:spPr/>
      <dgm:t>
        <a:bodyPr/>
        <a:lstStyle/>
        <a:p>
          <a:endParaRPr lang="en-US"/>
        </a:p>
      </dgm:t>
    </dgm:pt>
    <dgm:pt modelId="{366EC863-3CE8-4597-9495-C27C9227CB2A}">
      <dgm:prSet/>
      <dgm:spPr/>
      <dgm:t>
        <a:bodyPr/>
        <a:lstStyle/>
        <a:p>
          <a:r>
            <a:rPr lang="en-US" b="1" i="0" baseline="0"/>
            <a:t>IaC:</a:t>
          </a:r>
          <a:r>
            <a:rPr lang="en-US" b="0" i="0" baseline="0"/>
            <a:t> Resources deployed through modular </a:t>
          </a:r>
          <a:r>
            <a:rPr lang="en-US" b="1" i="0" baseline="0"/>
            <a:t>Bicep templates</a:t>
          </a:r>
          <a:r>
            <a:rPr lang="en-US" b="0" i="0" baseline="0"/>
            <a:t> (main.bicep, databricks.bicep, etc.)</a:t>
          </a:r>
          <a:endParaRPr lang="en-US"/>
        </a:p>
      </dgm:t>
    </dgm:pt>
    <dgm:pt modelId="{EF054BFD-5FBD-42F3-A9A8-89299235FFDA}" type="parTrans" cxnId="{17313C7D-E062-4848-A6AF-EE4227C1BED5}">
      <dgm:prSet/>
      <dgm:spPr/>
      <dgm:t>
        <a:bodyPr/>
        <a:lstStyle/>
        <a:p>
          <a:endParaRPr lang="en-US"/>
        </a:p>
      </dgm:t>
    </dgm:pt>
    <dgm:pt modelId="{5DAAF236-CA49-4BF0-9532-504E5DB7CD9C}" type="sibTrans" cxnId="{17313C7D-E062-4848-A6AF-EE4227C1BED5}">
      <dgm:prSet/>
      <dgm:spPr/>
      <dgm:t>
        <a:bodyPr/>
        <a:lstStyle/>
        <a:p>
          <a:endParaRPr lang="en-US"/>
        </a:p>
      </dgm:t>
    </dgm:pt>
    <dgm:pt modelId="{CF5A08B9-6DFD-4471-ABFF-AE7817304CDE}" type="pres">
      <dgm:prSet presAssocID="{9DFB67D5-F84B-43CD-B1FE-E7D70AC1DB28}" presName="root" presStyleCnt="0">
        <dgm:presLayoutVars>
          <dgm:dir/>
          <dgm:resizeHandles val="exact"/>
        </dgm:presLayoutVars>
      </dgm:prSet>
      <dgm:spPr/>
    </dgm:pt>
    <dgm:pt modelId="{5D115F34-3584-444E-BB1D-A63F1D6FFB75}" type="pres">
      <dgm:prSet presAssocID="{9DFB67D5-F84B-43CD-B1FE-E7D70AC1DB28}" presName="container" presStyleCnt="0">
        <dgm:presLayoutVars>
          <dgm:dir/>
          <dgm:resizeHandles val="exact"/>
        </dgm:presLayoutVars>
      </dgm:prSet>
      <dgm:spPr/>
    </dgm:pt>
    <dgm:pt modelId="{2EEBD4E9-8EEB-4B74-AB73-78B977B8C07A}" type="pres">
      <dgm:prSet presAssocID="{924C8D90-D6D6-495C-8A8E-92A424F326EA}" presName="compNode" presStyleCnt="0"/>
      <dgm:spPr/>
    </dgm:pt>
    <dgm:pt modelId="{67EC7F9E-0A7D-44B2-9D7F-AEE14A4EA31F}" type="pres">
      <dgm:prSet presAssocID="{924C8D90-D6D6-495C-8A8E-92A424F326EA}" presName="iconBgRect" presStyleLbl="bgShp" presStyleIdx="0" presStyleCnt="5"/>
      <dgm:spPr/>
    </dgm:pt>
    <dgm:pt modelId="{F58C79C1-BA71-4002-8FC1-306105836BB2}" type="pres">
      <dgm:prSet presAssocID="{924C8D90-D6D6-495C-8A8E-92A424F326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83BDB3-4B6A-4380-B30D-CD7BFC69F72A}" type="pres">
      <dgm:prSet presAssocID="{924C8D90-D6D6-495C-8A8E-92A424F326EA}" presName="spaceRect" presStyleCnt="0"/>
      <dgm:spPr/>
    </dgm:pt>
    <dgm:pt modelId="{FADCEF46-FEEB-452A-B19C-A4BB06659E3C}" type="pres">
      <dgm:prSet presAssocID="{924C8D90-D6D6-495C-8A8E-92A424F326EA}" presName="textRect" presStyleLbl="revTx" presStyleIdx="0" presStyleCnt="5">
        <dgm:presLayoutVars>
          <dgm:chMax val="1"/>
          <dgm:chPref val="1"/>
        </dgm:presLayoutVars>
      </dgm:prSet>
      <dgm:spPr/>
    </dgm:pt>
    <dgm:pt modelId="{0F9D6C57-6CB2-4BB0-B162-3ADFA78267B6}" type="pres">
      <dgm:prSet presAssocID="{BE20A0D2-C4B0-4F42-AE97-EDA0DFDD6E3F}" presName="sibTrans" presStyleLbl="sibTrans2D1" presStyleIdx="0" presStyleCnt="0"/>
      <dgm:spPr/>
    </dgm:pt>
    <dgm:pt modelId="{7830DBC1-9D69-41A0-8883-81961EDE5E0F}" type="pres">
      <dgm:prSet presAssocID="{F2D9DCC9-B6C8-46ED-A638-BB59ACEB7AC3}" presName="compNode" presStyleCnt="0"/>
      <dgm:spPr/>
    </dgm:pt>
    <dgm:pt modelId="{6AE92355-A9DA-41F3-8519-40B0713B6B03}" type="pres">
      <dgm:prSet presAssocID="{F2D9DCC9-B6C8-46ED-A638-BB59ACEB7AC3}" presName="iconBgRect" presStyleLbl="bgShp" presStyleIdx="1" presStyleCnt="5"/>
      <dgm:spPr/>
    </dgm:pt>
    <dgm:pt modelId="{514992BA-D9F9-4EA4-8D73-0801E6F4583A}" type="pres">
      <dgm:prSet presAssocID="{F2D9DCC9-B6C8-46ED-A638-BB59ACEB7AC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043DFA1-9B0D-4BBC-A06A-3D77C5A632B9}" type="pres">
      <dgm:prSet presAssocID="{F2D9DCC9-B6C8-46ED-A638-BB59ACEB7AC3}" presName="spaceRect" presStyleCnt="0"/>
      <dgm:spPr/>
    </dgm:pt>
    <dgm:pt modelId="{5D2AB49F-3D9B-42FA-B130-06CAFCAE1FD3}" type="pres">
      <dgm:prSet presAssocID="{F2D9DCC9-B6C8-46ED-A638-BB59ACEB7AC3}" presName="textRect" presStyleLbl="revTx" presStyleIdx="1" presStyleCnt="5">
        <dgm:presLayoutVars>
          <dgm:chMax val="1"/>
          <dgm:chPref val="1"/>
        </dgm:presLayoutVars>
      </dgm:prSet>
      <dgm:spPr/>
    </dgm:pt>
    <dgm:pt modelId="{931EB91B-2FD7-4021-A8B8-A4B8B71684D5}" type="pres">
      <dgm:prSet presAssocID="{2B435EEC-CCD1-434E-82B9-138FAC27B05B}" presName="sibTrans" presStyleLbl="sibTrans2D1" presStyleIdx="0" presStyleCnt="0"/>
      <dgm:spPr/>
    </dgm:pt>
    <dgm:pt modelId="{A0C9E590-5714-484A-8A1F-9AA9C9263EBF}" type="pres">
      <dgm:prSet presAssocID="{2C8F8EEE-3D58-4D40-97B4-88719B69B61B}" presName="compNode" presStyleCnt="0"/>
      <dgm:spPr/>
    </dgm:pt>
    <dgm:pt modelId="{B1EF8579-FEAF-41FE-A7FA-B4026A1507D8}" type="pres">
      <dgm:prSet presAssocID="{2C8F8EEE-3D58-4D40-97B4-88719B69B61B}" presName="iconBgRect" presStyleLbl="bgShp" presStyleIdx="2" presStyleCnt="5"/>
      <dgm:spPr/>
    </dgm:pt>
    <dgm:pt modelId="{0B761B36-D01A-4140-9917-8AF580B3A06D}" type="pres">
      <dgm:prSet presAssocID="{2C8F8EEE-3D58-4D40-97B4-88719B69B61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79BCAFF-6995-4C18-87B9-1CFE7AB960B6}" type="pres">
      <dgm:prSet presAssocID="{2C8F8EEE-3D58-4D40-97B4-88719B69B61B}" presName="spaceRect" presStyleCnt="0"/>
      <dgm:spPr/>
    </dgm:pt>
    <dgm:pt modelId="{BDD90912-3D8D-4BEC-9FFC-8328060695CA}" type="pres">
      <dgm:prSet presAssocID="{2C8F8EEE-3D58-4D40-97B4-88719B69B61B}" presName="textRect" presStyleLbl="revTx" presStyleIdx="2" presStyleCnt="5">
        <dgm:presLayoutVars>
          <dgm:chMax val="1"/>
          <dgm:chPref val="1"/>
        </dgm:presLayoutVars>
      </dgm:prSet>
      <dgm:spPr/>
    </dgm:pt>
    <dgm:pt modelId="{9E6DA95A-71DE-4FA3-A9F4-1198C2283796}" type="pres">
      <dgm:prSet presAssocID="{50C09221-F3F4-40B2-9366-0226FDC4C738}" presName="sibTrans" presStyleLbl="sibTrans2D1" presStyleIdx="0" presStyleCnt="0"/>
      <dgm:spPr/>
    </dgm:pt>
    <dgm:pt modelId="{150C5FD7-9181-4E41-A173-0674110ECA3E}" type="pres">
      <dgm:prSet presAssocID="{9760D690-4EB5-4429-9498-AB84B40599C4}" presName="compNode" presStyleCnt="0"/>
      <dgm:spPr/>
    </dgm:pt>
    <dgm:pt modelId="{DAB7B0CC-D517-4400-A0FD-E0D2B7B86B36}" type="pres">
      <dgm:prSet presAssocID="{9760D690-4EB5-4429-9498-AB84B40599C4}" presName="iconBgRect" presStyleLbl="bgShp" presStyleIdx="3" presStyleCnt="5"/>
      <dgm:spPr/>
    </dgm:pt>
    <dgm:pt modelId="{806C5C87-B7A7-47E8-93C2-46722F464A13}" type="pres">
      <dgm:prSet presAssocID="{9760D690-4EB5-4429-9498-AB84B40599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188561-DBED-45A9-8208-A26B8D605A9E}" type="pres">
      <dgm:prSet presAssocID="{9760D690-4EB5-4429-9498-AB84B40599C4}" presName="spaceRect" presStyleCnt="0"/>
      <dgm:spPr/>
    </dgm:pt>
    <dgm:pt modelId="{D21520A8-3A5F-4C77-A79E-5B5FA67E16A3}" type="pres">
      <dgm:prSet presAssocID="{9760D690-4EB5-4429-9498-AB84B40599C4}" presName="textRect" presStyleLbl="revTx" presStyleIdx="3" presStyleCnt="5">
        <dgm:presLayoutVars>
          <dgm:chMax val="1"/>
          <dgm:chPref val="1"/>
        </dgm:presLayoutVars>
      </dgm:prSet>
      <dgm:spPr/>
    </dgm:pt>
    <dgm:pt modelId="{D9E9C494-2548-4BE2-B560-7C96F2EC4C1F}" type="pres">
      <dgm:prSet presAssocID="{5F625FC6-167C-411F-A135-FBF113E0282D}" presName="sibTrans" presStyleLbl="sibTrans2D1" presStyleIdx="0" presStyleCnt="0"/>
      <dgm:spPr/>
    </dgm:pt>
    <dgm:pt modelId="{7A31AFAE-A884-41F8-95AA-2C0951046D2E}" type="pres">
      <dgm:prSet presAssocID="{366EC863-3CE8-4597-9495-C27C9227CB2A}" presName="compNode" presStyleCnt="0"/>
      <dgm:spPr/>
    </dgm:pt>
    <dgm:pt modelId="{315F0C98-4D3E-48A3-A36A-75A36A03D9EA}" type="pres">
      <dgm:prSet presAssocID="{366EC863-3CE8-4597-9495-C27C9227CB2A}" presName="iconBgRect" presStyleLbl="bgShp" presStyleIdx="4" presStyleCnt="5"/>
      <dgm:spPr/>
    </dgm:pt>
    <dgm:pt modelId="{3875CED5-E66C-473F-ACB2-D6C0B464361C}" type="pres">
      <dgm:prSet presAssocID="{366EC863-3CE8-4597-9495-C27C9227CB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D9003E6-0B0C-4494-9DEC-9E489F09BE97}" type="pres">
      <dgm:prSet presAssocID="{366EC863-3CE8-4597-9495-C27C9227CB2A}" presName="spaceRect" presStyleCnt="0"/>
      <dgm:spPr/>
    </dgm:pt>
    <dgm:pt modelId="{34F1D087-9E6E-4526-97D8-F0879FA8FB3C}" type="pres">
      <dgm:prSet presAssocID="{366EC863-3CE8-4597-9495-C27C9227CB2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DDF7538-0CB2-42BC-8EE2-B7619C87EB43}" type="presOf" srcId="{366EC863-3CE8-4597-9495-C27C9227CB2A}" destId="{34F1D087-9E6E-4526-97D8-F0879FA8FB3C}" srcOrd="0" destOrd="0" presId="urn:microsoft.com/office/officeart/2018/2/layout/IconCircleList"/>
    <dgm:cxn modelId="{11F83D66-4BD7-40C1-ACAC-6BE7568E106B}" srcId="{9DFB67D5-F84B-43CD-B1FE-E7D70AC1DB28}" destId="{F2D9DCC9-B6C8-46ED-A638-BB59ACEB7AC3}" srcOrd="1" destOrd="0" parTransId="{61F1AACE-FA25-4BB1-89E7-3FAC5F9EF39A}" sibTransId="{2B435EEC-CCD1-434E-82B9-138FAC27B05B}"/>
    <dgm:cxn modelId="{43618A6E-F267-4018-A18A-6C197C00D1E7}" type="presOf" srcId="{F2D9DCC9-B6C8-46ED-A638-BB59ACEB7AC3}" destId="{5D2AB49F-3D9B-42FA-B130-06CAFCAE1FD3}" srcOrd="0" destOrd="0" presId="urn:microsoft.com/office/officeart/2018/2/layout/IconCircleList"/>
    <dgm:cxn modelId="{ED5FE76F-4807-472F-A461-A0D4A4356298}" srcId="{9DFB67D5-F84B-43CD-B1FE-E7D70AC1DB28}" destId="{9760D690-4EB5-4429-9498-AB84B40599C4}" srcOrd="3" destOrd="0" parTransId="{B16C060B-FEF6-46B2-AC8B-7F9406E88C50}" sibTransId="{5F625FC6-167C-411F-A135-FBF113E0282D}"/>
    <dgm:cxn modelId="{48383F57-971F-40EB-B4B0-9457B1DB0793}" type="presOf" srcId="{2B435EEC-CCD1-434E-82B9-138FAC27B05B}" destId="{931EB91B-2FD7-4021-A8B8-A4B8B71684D5}" srcOrd="0" destOrd="0" presId="urn:microsoft.com/office/officeart/2018/2/layout/IconCircleList"/>
    <dgm:cxn modelId="{84A5D078-5E64-406C-ACFF-EAC7A32A6253}" type="presOf" srcId="{2C8F8EEE-3D58-4D40-97B4-88719B69B61B}" destId="{BDD90912-3D8D-4BEC-9FFC-8328060695CA}" srcOrd="0" destOrd="0" presId="urn:microsoft.com/office/officeart/2018/2/layout/IconCircleList"/>
    <dgm:cxn modelId="{17313C7D-E062-4848-A6AF-EE4227C1BED5}" srcId="{9DFB67D5-F84B-43CD-B1FE-E7D70AC1DB28}" destId="{366EC863-3CE8-4597-9495-C27C9227CB2A}" srcOrd="4" destOrd="0" parTransId="{EF054BFD-5FBD-42F3-A9A8-89299235FFDA}" sibTransId="{5DAAF236-CA49-4BF0-9532-504E5DB7CD9C}"/>
    <dgm:cxn modelId="{1C61EB83-8AB5-4E24-88EF-FAD3E903CD18}" type="presOf" srcId="{924C8D90-D6D6-495C-8A8E-92A424F326EA}" destId="{FADCEF46-FEEB-452A-B19C-A4BB06659E3C}" srcOrd="0" destOrd="0" presId="urn:microsoft.com/office/officeart/2018/2/layout/IconCircleList"/>
    <dgm:cxn modelId="{6B8C1F95-3BC4-4C6C-A1E8-A8C787C71137}" type="presOf" srcId="{5F625FC6-167C-411F-A135-FBF113E0282D}" destId="{D9E9C494-2548-4BE2-B560-7C96F2EC4C1F}" srcOrd="0" destOrd="0" presId="urn:microsoft.com/office/officeart/2018/2/layout/IconCircleList"/>
    <dgm:cxn modelId="{7CCBA5A6-F476-4216-84F0-AEDF54C6E545}" type="presOf" srcId="{50C09221-F3F4-40B2-9366-0226FDC4C738}" destId="{9E6DA95A-71DE-4FA3-A9F4-1198C2283796}" srcOrd="0" destOrd="0" presId="urn:microsoft.com/office/officeart/2018/2/layout/IconCircleList"/>
    <dgm:cxn modelId="{F8DCADB7-05EC-462A-B920-0326AFD01897}" type="presOf" srcId="{BE20A0D2-C4B0-4F42-AE97-EDA0DFDD6E3F}" destId="{0F9D6C57-6CB2-4BB0-B162-3ADFA78267B6}" srcOrd="0" destOrd="0" presId="urn:microsoft.com/office/officeart/2018/2/layout/IconCircleList"/>
    <dgm:cxn modelId="{E8E953C6-A854-4BAE-8128-36A7D83C82B7}" type="presOf" srcId="{9760D690-4EB5-4429-9498-AB84B40599C4}" destId="{D21520A8-3A5F-4C77-A79E-5B5FA67E16A3}" srcOrd="0" destOrd="0" presId="urn:microsoft.com/office/officeart/2018/2/layout/IconCircleList"/>
    <dgm:cxn modelId="{1BF470D0-91F7-4C4C-BCCF-573819167831}" srcId="{9DFB67D5-F84B-43CD-B1FE-E7D70AC1DB28}" destId="{924C8D90-D6D6-495C-8A8E-92A424F326EA}" srcOrd="0" destOrd="0" parTransId="{936E8DD9-A137-4A45-A344-861BBB00B242}" sibTransId="{BE20A0D2-C4B0-4F42-AE97-EDA0DFDD6E3F}"/>
    <dgm:cxn modelId="{6F58CEE4-3E3D-4744-B8F3-E1F170131219}" type="presOf" srcId="{9DFB67D5-F84B-43CD-B1FE-E7D70AC1DB28}" destId="{CF5A08B9-6DFD-4471-ABFF-AE7817304CDE}" srcOrd="0" destOrd="0" presId="urn:microsoft.com/office/officeart/2018/2/layout/IconCircleList"/>
    <dgm:cxn modelId="{EACCFFEF-00C6-4134-9732-6ADCCDD77ECD}" srcId="{9DFB67D5-F84B-43CD-B1FE-E7D70AC1DB28}" destId="{2C8F8EEE-3D58-4D40-97B4-88719B69B61B}" srcOrd="2" destOrd="0" parTransId="{56CD3AC2-1F2C-4450-AB1C-CB0A8B5BF7EC}" sibTransId="{50C09221-F3F4-40B2-9366-0226FDC4C738}"/>
    <dgm:cxn modelId="{E334AA15-2120-4E2C-A1B1-EB82A73374FC}" type="presParOf" srcId="{CF5A08B9-6DFD-4471-ABFF-AE7817304CDE}" destId="{5D115F34-3584-444E-BB1D-A63F1D6FFB75}" srcOrd="0" destOrd="0" presId="urn:microsoft.com/office/officeart/2018/2/layout/IconCircleList"/>
    <dgm:cxn modelId="{C48FC670-BDB7-4A1D-B577-5C565F3ABF80}" type="presParOf" srcId="{5D115F34-3584-444E-BB1D-A63F1D6FFB75}" destId="{2EEBD4E9-8EEB-4B74-AB73-78B977B8C07A}" srcOrd="0" destOrd="0" presId="urn:microsoft.com/office/officeart/2018/2/layout/IconCircleList"/>
    <dgm:cxn modelId="{1BC49ACF-F326-45E4-8E5D-2EFC19084CDC}" type="presParOf" srcId="{2EEBD4E9-8EEB-4B74-AB73-78B977B8C07A}" destId="{67EC7F9E-0A7D-44B2-9D7F-AEE14A4EA31F}" srcOrd="0" destOrd="0" presId="urn:microsoft.com/office/officeart/2018/2/layout/IconCircleList"/>
    <dgm:cxn modelId="{89558EBF-3C49-4669-9CE0-1C39ADD2EC44}" type="presParOf" srcId="{2EEBD4E9-8EEB-4B74-AB73-78B977B8C07A}" destId="{F58C79C1-BA71-4002-8FC1-306105836BB2}" srcOrd="1" destOrd="0" presId="urn:microsoft.com/office/officeart/2018/2/layout/IconCircleList"/>
    <dgm:cxn modelId="{E2C143C4-0BD2-49D6-952D-56E6DCBF44B9}" type="presParOf" srcId="{2EEBD4E9-8EEB-4B74-AB73-78B977B8C07A}" destId="{A283BDB3-4B6A-4380-B30D-CD7BFC69F72A}" srcOrd="2" destOrd="0" presId="urn:microsoft.com/office/officeart/2018/2/layout/IconCircleList"/>
    <dgm:cxn modelId="{30FF357E-7040-43DC-BB00-3B54D6D562A5}" type="presParOf" srcId="{2EEBD4E9-8EEB-4B74-AB73-78B977B8C07A}" destId="{FADCEF46-FEEB-452A-B19C-A4BB06659E3C}" srcOrd="3" destOrd="0" presId="urn:microsoft.com/office/officeart/2018/2/layout/IconCircleList"/>
    <dgm:cxn modelId="{9BBA6F4B-B76A-413A-A11C-C8651A3DB9AD}" type="presParOf" srcId="{5D115F34-3584-444E-BB1D-A63F1D6FFB75}" destId="{0F9D6C57-6CB2-4BB0-B162-3ADFA78267B6}" srcOrd="1" destOrd="0" presId="urn:microsoft.com/office/officeart/2018/2/layout/IconCircleList"/>
    <dgm:cxn modelId="{4871D097-CFF6-494B-A45B-E9981C1DBD89}" type="presParOf" srcId="{5D115F34-3584-444E-BB1D-A63F1D6FFB75}" destId="{7830DBC1-9D69-41A0-8883-81961EDE5E0F}" srcOrd="2" destOrd="0" presId="urn:microsoft.com/office/officeart/2018/2/layout/IconCircleList"/>
    <dgm:cxn modelId="{46B178CE-5086-455C-9237-C506365D797C}" type="presParOf" srcId="{7830DBC1-9D69-41A0-8883-81961EDE5E0F}" destId="{6AE92355-A9DA-41F3-8519-40B0713B6B03}" srcOrd="0" destOrd="0" presId="urn:microsoft.com/office/officeart/2018/2/layout/IconCircleList"/>
    <dgm:cxn modelId="{9A9D478E-8C4F-4130-A740-F27ECAC9434E}" type="presParOf" srcId="{7830DBC1-9D69-41A0-8883-81961EDE5E0F}" destId="{514992BA-D9F9-4EA4-8D73-0801E6F4583A}" srcOrd="1" destOrd="0" presId="urn:microsoft.com/office/officeart/2018/2/layout/IconCircleList"/>
    <dgm:cxn modelId="{D9E57648-3CFB-4468-85D9-9347D111E4CD}" type="presParOf" srcId="{7830DBC1-9D69-41A0-8883-81961EDE5E0F}" destId="{A043DFA1-9B0D-4BBC-A06A-3D77C5A632B9}" srcOrd="2" destOrd="0" presId="urn:microsoft.com/office/officeart/2018/2/layout/IconCircleList"/>
    <dgm:cxn modelId="{19641F1C-99B8-41C7-A12A-DEDDA43D6299}" type="presParOf" srcId="{7830DBC1-9D69-41A0-8883-81961EDE5E0F}" destId="{5D2AB49F-3D9B-42FA-B130-06CAFCAE1FD3}" srcOrd="3" destOrd="0" presId="urn:microsoft.com/office/officeart/2018/2/layout/IconCircleList"/>
    <dgm:cxn modelId="{B9715733-94A0-474D-B512-13395AC42A4F}" type="presParOf" srcId="{5D115F34-3584-444E-BB1D-A63F1D6FFB75}" destId="{931EB91B-2FD7-4021-A8B8-A4B8B71684D5}" srcOrd="3" destOrd="0" presId="urn:microsoft.com/office/officeart/2018/2/layout/IconCircleList"/>
    <dgm:cxn modelId="{478F1B00-D388-4C57-8B09-961D586CB909}" type="presParOf" srcId="{5D115F34-3584-444E-BB1D-A63F1D6FFB75}" destId="{A0C9E590-5714-484A-8A1F-9AA9C9263EBF}" srcOrd="4" destOrd="0" presId="urn:microsoft.com/office/officeart/2018/2/layout/IconCircleList"/>
    <dgm:cxn modelId="{8917CFCA-F5D8-4849-8575-435BCFACA95A}" type="presParOf" srcId="{A0C9E590-5714-484A-8A1F-9AA9C9263EBF}" destId="{B1EF8579-FEAF-41FE-A7FA-B4026A1507D8}" srcOrd="0" destOrd="0" presId="urn:microsoft.com/office/officeart/2018/2/layout/IconCircleList"/>
    <dgm:cxn modelId="{8598BB2B-BBF6-4C67-9C05-09FC00C6A46F}" type="presParOf" srcId="{A0C9E590-5714-484A-8A1F-9AA9C9263EBF}" destId="{0B761B36-D01A-4140-9917-8AF580B3A06D}" srcOrd="1" destOrd="0" presId="urn:microsoft.com/office/officeart/2018/2/layout/IconCircleList"/>
    <dgm:cxn modelId="{4EB29419-8A04-4282-BE73-CEA67FE0495E}" type="presParOf" srcId="{A0C9E590-5714-484A-8A1F-9AA9C9263EBF}" destId="{479BCAFF-6995-4C18-87B9-1CFE7AB960B6}" srcOrd="2" destOrd="0" presId="urn:microsoft.com/office/officeart/2018/2/layout/IconCircleList"/>
    <dgm:cxn modelId="{3F19B9B2-4AC8-4303-9418-AE5B9582C26A}" type="presParOf" srcId="{A0C9E590-5714-484A-8A1F-9AA9C9263EBF}" destId="{BDD90912-3D8D-4BEC-9FFC-8328060695CA}" srcOrd="3" destOrd="0" presId="urn:microsoft.com/office/officeart/2018/2/layout/IconCircleList"/>
    <dgm:cxn modelId="{03DAE535-52D9-4EB9-9BB0-71C15186FDC7}" type="presParOf" srcId="{5D115F34-3584-444E-BB1D-A63F1D6FFB75}" destId="{9E6DA95A-71DE-4FA3-A9F4-1198C2283796}" srcOrd="5" destOrd="0" presId="urn:microsoft.com/office/officeart/2018/2/layout/IconCircleList"/>
    <dgm:cxn modelId="{0A46C825-2DB6-4F95-9CA3-8DCD861BB077}" type="presParOf" srcId="{5D115F34-3584-444E-BB1D-A63F1D6FFB75}" destId="{150C5FD7-9181-4E41-A173-0674110ECA3E}" srcOrd="6" destOrd="0" presId="urn:microsoft.com/office/officeart/2018/2/layout/IconCircleList"/>
    <dgm:cxn modelId="{79E5AEA3-4B9D-4CAB-A037-4BF11BDB79D5}" type="presParOf" srcId="{150C5FD7-9181-4E41-A173-0674110ECA3E}" destId="{DAB7B0CC-D517-4400-A0FD-E0D2B7B86B36}" srcOrd="0" destOrd="0" presId="urn:microsoft.com/office/officeart/2018/2/layout/IconCircleList"/>
    <dgm:cxn modelId="{E7184B54-BF05-467D-860D-DC67BD08D92C}" type="presParOf" srcId="{150C5FD7-9181-4E41-A173-0674110ECA3E}" destId="{806C5C87-B7A7-47E8-93C2-46722F464A13}" srcOrd="1" destOrd="0" presId="urn:microsoft.com/office/officeart/2018/2/layout/IconCircleList"/>
    <dgm:cxn modelId="{66E10769-FE87-42FD-B878-25CF43051386}" type="presParOf" srcId="{150C5FD7-9181-4E41-A173-0674110ECA3E}" destId="{B1188561-DBED-45A9-8208-A26B8D605A9E}" srcOrd="2" destOrd="0" presId="urn:microsoft.com/office/officeart/2018/2/layout/IconCircleList"/>
    <dgm:cxn modelId="{AFEE8404-8423-43FD-A464-84C147D3009E}" type="presParOf" srcId="{150C5FD7-9181-4E41-A173-0674110ECA3E}" destId="{D21520A8-3A5F-4C77-A79E-5B5FA67E16A3}" srcOrd="3" destOrd="0" presId="urn:microsoft.com/office/officeart/2018/2/layout/IconCircleList"/>
    <dgm:cxn modelId="{DF52386A-69F7-4AB2-8C76-B70C458B4537}" type="presParOf" srcId="{5D115F34-3584-444E-BB1D-A63F1D6FFB75}" destId="{D9E9C494-2548-4BE2-B560-7C96F2EC4C1F}" srcOrd="7" destOrd="0" presId="urn:microsoft.com/office/officeart/2018/2/layout/IconCircleList"/>
    <dgm:cxn modelId="{AEB40E00-9E24-4AFD-897F-3F4A7F3B9E49}" type="presParOf" srcId="{5D115F34-3584-444E-BB1D-A63F1D6FFB75}" destId="{7A31AFAE-A884-41F8-95AA-2C0951046D2E}" srcOrd="8" destOrd="0" presId="urn:microsoft.com/office/officeart/2018/2/layout/IconCircleList"/>
    <dgm:cxn modelId="{80056108-9B59-407F-8FE2-419F048DAF38}" type="presParOf" srcId="{7A31AFAE-A884-41F8-95AA-2C0951046D2E}" destId="{315F0C98-4D3E-48A3-A36A-75A36A03D9EA}" srcOrd="0" destOrd="0" presId="urn:microsoft.com/office/officeart/2018/2/layout/IconCircleList"/>
    <dgm:cxn modelId="{1167F51A-E91A-4688-956A-142CC6B34A89}" type="presParOf" srcId="{7A31AFAE-A884-41F8-95AA-2C0951046D2E}" destId="{3875CED5-E66C-473F-ACB2-D6C0B464361C}" srcOrd="1" destOrd="0" presId="urn:microsoft.com/office/officeart/2018/2/layout/IconCircleList"/>
    <dgm:cxn modelId="{B2B6C3F0-456C-46E3-9D2C-13BD2E49431C}" type="presParOf" srcId="{7A31AFAE-A884-41F8-95AA-2C0951046D2E}" destId="{1D9003E6-0B0C-4494-9DEC-9E489F09BE97}" srcOrd="2" destOrd="0" presId="urn:microsoft.com/office/officeart/2018/2/layout/IconCircleList"/>
    <dgm:cxn modelId="{01B30021-60F8-4C7C-AC3D-A41233656D41}" type="presParOf" srcId="{7A31AFAE-A884-41F8-95AA-2C0951046D2E}" destId="{34F1D087-9E6E-4526-97D8-F0879FA8FB3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DCB22D-C55E-451A-9586-70CFDB8634E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6290F1-22A8-4CDD-A896-24D4A5F1DBBD}">
      <dgm:prSet/>
      <dgm:spPr/>
      <dgm:t>
        <a:bodyPr/>
        <a:lstStyle/>
        <a:p>
          <a:r>
            <a:rPr lang="en-US" b="1" i="0" baseline="0"/>
            <a:t>Ephemeral job clusters</a:t>
          </a:r>
          <a:r>
            <a:rPr lang="en-US" b="0" i="0" baseline="0"/>
            <a:t> auto-terminate after completion (0 idle minutes)</a:t>
          </a:r>
          <a:endParaRPr lang="en-US"/>
        </a:p>
      </dgm:t>
    </dgm:pt>
    <dgm:pt modelId="{45535685-17AE-4DF3-BD81-18E477C88E5E}" type="parTrans" cxnId="{3CA65ED1-34F7-406D-B19F-CC25B9C80E2A}">
      <dgm:prSet/>
      <dgm:spPr/>
      <dgm:t>
        <a:bodyPr/>
        <a:lstStyle/>
        <a:p>
          <a:endParaRPr lang="en-US"/>
        </a:p>
      </dgm:t>
    </dgm:pt>
    <dgm:pt modelId="{D85A4888-5397-467B-8154-26BEE266BEDA}" type="sibTrans" cxnId="{3CA65ED1-34F7-406D-B19F-CC25B9C80E2A}">
      <dgm:prSet/>
      <dgm:spPr/>
      <dgm:t>
        <a:bodyPr/>
        <a:lstStyle/>
        <a:p>
          <a:endParaRPr lang="en-US"/>
        </a:p>
      </dgm:t>
    </dgm:pt>
    <dgm:pt modelId="{F44F06F6-9835-4FE3-832B-51E054056C2B}">
      <dgm:prSet/>
      <dgm:spPr/>
      <dgm:t>
        <a:bodyPr/>
        <a:lstStyle/>
        <a:p>
          <a:r>
            <a:rPr lang="en-US" b="1" i="0" baseline="0"/>
            <a:t>Standard_DS3_v2 nodes</a:t>
          </a:r>
          <a:r>
            <a:rPr lang="en-US" b="0" i="0" baseline="0"/>
            <a:t> chosen for balanced CPU/memory performance</a:t>
          </a:r>
          <a:endParaRPr lang="en-US"/>
        </a:p>
      </dgm:t>
    </dgm:pt>
    <dgm:pt modelId="{704669DF-2EAD-4FDB-A40F-62E5E5A937CB}" type="parTrans" cxnId="{26C927DF-3172-49E6-91BB-A68EB50D5906}">
      <dgm:prSet/>
      <dgm:spPr/>
      <dgm:t>
        <a:bodyPr/>
        <a:lstStyle/>
        <a:p>
          <a:endParaRPr lang="en-US"/>
        </a:p>
      </dgm:t>
    </dgm:pt>
    <dgm:pt modelId="{C7EA54D9-EFD3-4457-9F89-1E470771A30D}" type="sibTrans" cxnId="{26C927DF-3172-49E6-91BB-A68EB50D5906}">
      <dgm:prSet/>
      <dgm:spPr/>
      <dgm:t>
        <a:bodyPr/>
        <a:lstStyle/>
        <a:p>
          <a:endParaRPr lang="en-US"/>
        </a:p>
      </dgm:t>
    </dgm:pt>
    <dgm:pt modelId="{07E1ED8B-ADAA-4457-BEB3-1F1840E24775}">
      <dgm:prSet/>
      <dgm:spPr/>
      <dgm:t>
        <a:bodyPr/>
        <a:lstStyle/>
        <a:p>
          <a:r>
            <a:rPr lang="en-US" b="1" i="0" baseline="0"/>
            <a:t>Spot VMs enabled</a:t>
          </a:r>
          <a:r>
            <a:rPr lang="en-US" b="0" i="0" baseline="0"/>
            <a:t> for non-critical tasks (~30 % savings)</a:t>
          </a:r>
          <a:endParaRPr lang="en-US"/>
        </a:p>
      </dgm:t>
    </dgm:pt>
    <dgm:pt modelId="{A6719C0F-0E86-4D91-A722-14492CC7CCA3}" type="parTrans" cxnId="{F7FF5B0A-3ABA-47BC-A917-0C97181672DB}">
      <dgm:prSet/>
      <dgm:spPr/>
      <dgm:t>
        <a:bodyPr/>
        <a:lstStyle/>
        <a:p>
          <a:endParaRPr lang="en-US"/>
        </a:p>
      </dgm:t>
    </dgm:pt>
    <dgm:pt modelId="{152D4BC2-53BF-4353-A80E-8FBB5CC8A4A8}" type="sibTrans" cxnId="{F7FF5B0A-3ABA-47BC-A917-0C97181672DB}">
      <dgm:prSet/>
      <dgm:spPr/>
      <dgm:t>
        <a:bodyPr/>
        <a:lstStyle/>
        <a:p>
          <a:endParaRPr lang="en-US"/>
        </a:p>
      </dgm:t>
    </dgm:pt>
    <dgm:pt modelId="{7FDDFB7E-0C10-4F4A-AE22-F49483170272}">
      <dgm:prSet/>
      <dgm:spPr/>
      <dgm:t>
        <a:bodyPr/>
        <a:lstStyle/>
        <a:p>
          <a:r>
            <a:rPr lang="en-US" b="1" i="0" baseline="0"/>
            <a:t>Bicep deployment templates</a:t>
          </a:r>
          <a:r>
            <a:rPr lang="en-US" b="0" i="0" baseline="0"/>
            <a:t> ensure consistent resource creation and tear-down</a:t>
          </a:r>
          <a:endParaRPr lang="en-US"/>
        </a:p>
      </dgm:t>
    </dgm:pt>
    <dgm:pt modelId="{A8737F9C-3DF4-41A2-8328-AEABA220EDF1}" type="parTrans" cxnId="{4C123402-1315-41DC-B02B-92DFDF53BB6E}">
      <dgm:prSet/>
      <dgm:spPr/>
      <dgm:t>
        <a:bodyPr/>
        <a:lstStyle/>
        <a:p>
          <a:endParaRPr lang="en-US"/>
        </a:p>
      </dgm:t>
    </dgm:pt>
    <dgm:pt modelId="{8014871B-020C-4F80-B8B5-198926E6DD0C}" type="sibTrans" cxnId="{4C123402-1315-41DC-B02B-92DFDF53BB6E}">
      <dgm:prSet/>
      <dgm:spPr/>
      <dgm:t>
        <a:bodyPr/>
        <a:lstStyle/>
        <a:p>
          <a:endParaRPr lang="en-US"/>
        </a:p>
      </dgm:t>
    </dgm:pt>
    <dgm:pt modelId="{5BCB21CB-ABEC-44F0-9553-A65649CDDF47}">
      <dgm:prSet/>
      <dgm:spPr/>
      <dgm:t>
        <a:bodyPr/>
        <a:lstStyle/>
        <a:p>
          <a:r>
            <a:rPr lang="en-US" b="1" i="0" baseline="0"/>
            <a:t>Post-run cleanup script</a:t>
          </a:r>
          <a:r>
            <a:rPr lang="en-US" b="0" i="0" baseline="0"/>
            <a:t> removes temporary storage and network artifacts</a:t>
          </a:r>
          <a:endParaRPr lang="en-US"/>
        </a:p>
      </dgm:t>
    </dgm:pt>
    <dgm:pt modelId="{9DEB450C-6B0D-468C-9F5E-56C02D84F570}" type="parTrans" cxnId="{D5A48DCD-AE6D-4E1E-B293-771FA44CB106}">
      <dgm:prSet/>
      <dgm:spPr/>
      <dgm:t>
        <a:bodyPr/>
        <a:lstStyle/>
        <a:p>
          <a:endParaRPr lang="en-US"/>
        </a:p>
      </dgm:t>
    </dgm:pt>
    <dgm:pt modelId="{C2DB1F27-EFD6-4D95-BB11-42B2B3069250}" type="sibTrans" cxnId="{D5A48DCD-AE6D-4E1E-B293-771FA44CB106}">
      <dgm:prSet/>
      <dgm:spPr/>
      <dgm:t>
        <a:bodyPr/>
        <a:lstStyle/>
        <a:p>
          <a:endParaRPr lang="en-US"/>
        </a:p>
      </dgm:t>
    </dgm:pt>
    <dgm:pt modelId="{7F2C04F0-59EF-4F16-A410-42DA6B6CFA44}">
      <dgm:prSet/>
      <dgm:spPr/>
      <dgm:t>
        <a:bodyPr/>
        <a:lstStyle/>
        <a:p>
          <a:r>
            <a:rPr lang="en-US" b="1" i="0" baseline="0"/>
            <a:t>Result:</a:t>
          </a:r>
          <a:r>
            <a:rPr lang="en-US" b="0" i="0" baseline="0"/>
            <a:t> ≈ 78 % cost reduction vs persistent cluster baseline</a:t>
          </a:r>
          <a:endParaRPr lang="en-US"/>
        </a:p>
      </dgm:t>
    </dgm:pt>
    <dgm:pt modelId="{E2B153C8-18A3-4B12-95EA-012382FF7AA7}" type="parTrans" cxnId="{C4029462-9FC9-45AC-AD3D-52D7752FA450}">
      <dgm:prSet/>
      <dgm:spPr/>
      <dgm:t>
        <a:bodyPr/>
        <a:lstStyle/>
        <a:p>
          <a:endParaRPr lang="en-US"/>
        </a:p>
      </dgm:t>
    </dgm:pt>
    <dgm:pt modelId="{65104D63-3E77-49D8-8242-9B071275AF77}" type="sibTrans" cxnId="{C4029462-9FC9-45AC-AD3D-52D7752FA450}">
      <dgm:prSet/>
      <dgm:spPr/>
      <dgm:t>
        <a:bodyPr/>
        <a:lstStyle/>
        <a:p>
          <a:endParaRPr lang="en-US"/>
        </a:p>
      </dgm:t>
    </dgm:pt>
    <dgm:pt modelId="{A38FA81E-B472-4511-9AC2-776DC13AF2A8}" type="pres">
      <dgm:prSet presAssocID="{85DCB22D-C55E-451A-9586-70CFDB8634E1}" presName="diagram" presStyleCnt="0">
        <dgm:presLayoutVars>
          <dgm:dir/>
          <dgm:resizeHandles val="exact"/>
        </dgm:presLayoutVars>
      </dgm:prSet>
      <dgm:spPr/>
    </dgm:pt>
    <dgm:pt modelId="{A7AFA4A7-4931-4670-B185-7B6553E1AF4D}" type="pres">
      <dgm:prSet presAssocID="{C46290F1-22A8-4CDD-A896-24D4A5F1DBBD}" presName="node" presStyleLbl="node1" presStyleIdx="0" presStyleCnt="6">
        <dgm:presLayoutVars>
          <dgm:bulletEnabled val="1"/>
        </dgm:presLayoutVars>
      </dgm:prSet>
      <dgm:spPr/>
    </dgm:pt>
    <dgm:pt modelId="{45E27E91-3F2E-426B-BE21-BEFB41D5467A}" type="pres">
      <dgm:prSet presAssocID="{D85A4888-5397-467B-8154-26BEE266BEDA}" presName="sibTrans" presStyleCnt="0"/>
      <dgm:spPr/>
    </dgm:pt>
    <dgm:pt modelId="{928D308A-91F6-4A92-9C65-CBCF27476E22}" type="pres">
      <dgm:prSet presAssocID="{F44F06F6-9835-4FE3-832B-51E054056C2B}" presName="node" presStyleLbl="node1" presStyleIdx="1" presStyleCnt="6">
        <dgm:presLayoutVars>
          <dgm:bulletEnabled val="1"/>
        </dgm:presLayoutVars>
      </dgm:prSet>
      <dgm:spPr/>
    </dgm:pt>
    <dgm:pt modelId="{3020051C-AE6C-4BED-8A98-5E37307F55FE}" type="pres">
      <dgm:prSet presAssocID="{C7EA54D9-EFD3-4457-9F89-1E470771A30D}" presName="sibTrans" presStyleCnt="0"/>
      <dgm:spPr/>
    </dgm:pt>
    <dgm:pt modelId="{27C99DDB-CD97-4CF4-A8CF-4BAD0282B39D}" type="pres">
      <dgm:prSet presAssocID="{07E1ED8B-ADAA-4457-BEB3-1F1840E24775}" presName="node" presStyleLbl="node1" presStyleIdx="2" presStyleCnt="6">
        <dgm:presLayoutVars>
          <dgm:bulletEnabled val="1"/>
        </dgm:presLayoutVars>
      </dgm:prSet>
      <dgm:spPr/>
    </dgm:pt>
    <dgm:pt modelId="{134E56AF-A0F9-4D50-A308-9F0BFF6BB82C}" type="pres">
      <dgm:prSet presAssocID="{152D4BC2-53BF-4353-A80E-8FBB5CC8A4A8}" presName="sibTrans" presStyleCnt="0"/>
      <dgm:spPr/>
    </dgm:pt>
    <dgm:pt modelId="{06EEA935-A9AE-4716-AC83-D3C502977BE1}" type="pres">
      <dgm:prSet presAssocID="{7FDDFB7E-0C10-4F4A-AE22-F49483170272}" presName="node" presStyleLbl="node1" presStyleIdx="3" presStyleCnt="6">
        <dgm:presLayoutVars>
          <dgm:bulletEnabled val="1"/>
        </dgm:presLayoutVars>
      </dgm:prSet>
      <dgm:spPr/>
    </dgm:pt>
    <dgm:pt modelId="{0B3DBBB5-45AF-4317-B69B-2F0BB63CB295}" type="pres">
      <dgm:prSet presAssocID="{8014871B-020C-4F80-B8B5-198926E6DD0C}" presName="sibTrans" presStyleCnt="0"/>
      <dgm:spPr/>
    </dgm:pt>
    <dgm:pt modelId="{CF01DA53-E661-4B49-B379-8B2FFE42DE11}" type="pres">
      <dgm:prSet presAssocID="{5BCB21CB-ABEC-44F0-9553-A65649CDDF47}" presName="node" presStyleLbl="node1" presStyleIdx="4" presStyleCnt="6">
        <dgm:presLayoutVars>
          <dgm:bulletEnabled val="1"/>
        </dgm:presLayoutVars>
      </dgm:prSet>
      <dgm:spPr/>
    </dgm:pt>
    <dgm:pt modelId="{DD27170B-1258-4661-A83B-7B554096DD5F}" type="pres">
      <dgm:prSet presAssocID="{C2DB1F27-EFD6-4D95-BB11-42B2B3069250}" presName="sibTrans" presStyleCnt="0"/>
      <dgm:spPr/>
    </dgm:pt>
    <dgm:pt modelId="{57CAEABF-58DD-4608-A919-69B810B84BCD}" type="pres">
      <dgm:prSet presAssocID="{7F2C04F0-59EF-4F16-A410-42DA6B6CFA44}" presName="node" presStyleLbl="node1" presStyleIdx="5" presStyleCnt="6">
        <dgm:presLayoutVars>
          <dgm:bulletEnabled val="1"/>
        </dgm:presLayoutVars>
      </dgm:prSet>
      <dgm:spPr/>
    </dgm:pt>
  </dgm:ptLst>
  <dgm:cxnLst>
    <dgm:cxn modelId="{BDAA9100-0936-40F8-9D70-F039FBF9EF08}" type="presOf" srcId="{85DCB22D-C55E-451A-9586-70CFDB8634E1}" destId="{A38FA81E-B472-4511-9AC2-776DC13AF2A8}" srcOrd="0" destOrd="0" presId="urn:microsoft.com/office/officeart/2005/8/layout/default"/>
    <dgm:cxn modelId="{4C123402-1315-41DC-B02B-92DFDF53BB6E}" srcId="{85DCB22D-C55E-451A-9586-70CFDB8634E1}" destId="{7FDDFB7E-0C10-4F4A-AE22-F49483170272}" srcOrd="3" destOrd="0" parTransId="{A8737F9C-3DF4-41A2-8328-AEABA220EDF1}" sibTransId="{8014871B-020C-4F80-B8B5-198926E6DD0C}"/>
    <dgm:cxn modelId="{59F9C305-F1F3-4860-A959-32F55C30C916}" type="presOf" srcId="{7FDDFB7E-0C10-4F4A-AE22-F49483170272}" destId="{06EEA935-A9AE-4716-AC83-D3C502977BE1}" srcOrd="0" destOrd="0" presId="urn:microsoft.com/office/officeart/2005/8/layout/default"/>
    <dgm:cxn modelId="{6020CB05-B76B-46AF-B273-2887CE2BB730}" type="presOf" srcId="{5BCB21CB-ABEC-44F0-9553-A65649CDDF47}" destId="{CF01DA53-E661-4B49-B379-8B2FFE42DE11}" srcOrd="0" destOrd="0" presId="urn:microsoft.com/office/officeart/2005/8/layout/default"/>
    <dgm:cxn modelId="{F7FF5B0A-3ABA-47BC-A917-0C97181672DB}" srcId="{85DCB22D-C55E-451A-9586-70CFDB8634E1}" destId="{07E1ED8B-ADAA-4457-BEB3-1F1840E24775}" srcOrd="2" destOrd="0" parTransId="{A6719C0F-0E86-4D91-A722-14492CC7CCA3}" sibTransId="{152D4BC2-53BF-4353-A80E-8FBB5CC8A4A8}"/>
    <dgm:cxn modelId="{7F626F10-8855-47B7-A631-E3B77667E791}" type="presOf" srcId="{C46290F1-22A8-4CDD-A896-24D4A5F1DBBD}" destId="{A7AFA4A7-4931-4670-B185-7B6553E1AF4D}" srcOrd="0" destOrd="0" presId="urn:microsoft.com/office/officeart/2005/8/layout/default"/>
    <dgm:cxn modelId="{C4029462-9FC9-45AC-AD3D-52D7752FA450}" srcId="{85DCB22D-C55E-451A-9586-70CFDB8634E1}" destId="{7F2C04F0-59EF-4F16-A410-42DA6B6CFA44}" srcOrd="5" destOrd="0" parTransId="{E2B153C8-18A3-4B12-95EA-012382FF7AA7}" sibTransId="{65104D63-3E77-49D8-8242-9B071275AF77}"/>
    <dgm:cxn modelId="{77430D47-1145-4070-BBED-F8F5C169A65C}" type="presOf" srcId="{F44F06F6-9835-4FE3-832B-51E054056C2B}" destId="{928D308A-91F6-4A92-9C65-CBCF27476E22}" srcOrd="0" destOrd="0" presId="urn:microsoft.com/office/officeart/2005/8/layout/default"/>
    <dgm:cxn modelId="{88018D84-1A28-4ADF-8B7C-090BF272D8DB}" type="presOf" srcId="{07E1ED8B-ADAA-4457-BEB3-1F1840E24775}" destId="{27C99DDB-CD97-4CF4-A8CF-4BAD0282B39D}" srcOrd="0" destOrd="0" presId="urn:microsoft.com/office/officeart/2005/8/layout/default"/>
    <dgm:cxn modelId="{7431009F-AD1F-4233-8334-75D26015847F}" type="presOf" srcId="{7F2C04F0-59EF-4F16-A410-42DA6B6CFA44}" destId="{57CAEABF-58DD-4608-A919-69B810B84BCD}" srcOrd="0" destOrd="0" presId="urn:microsoft.com/office/officeart/2005/8/layout/default"/>
    <dgm:cxn modelId="{D5A48DCD-AE6D-4E1E-B293-771FA44CB106}" srcId="{85DCB22D-C55E-451A-9586-70CFDB8634E1}" destId="{5BCB21CB-ABEC-44F0-9553-A65649CDDF47}" srcOrd="4" destOrd="0" parTransId="{9DEB450C-6B0D-468C-9F5E-56C02D84F570}" sibTransId="{C2DB1F27-EFD6-4D95-BB11-42B2B3069250}"/>
    <dgm:cxn modelId="{3CA65ED1-34F7-406D-B19F-CC25B9C80E2A}" srcId="{85DCB22D-C55E-451A-9586-70CFDB8634E1}" destId="{C46290F1-22A8-4CDD-A896-24D4A5F1DBBD}" srcOrd="0" destOrd="0" parTransId="{45535685-17AE-4DF3-BD81-18E477C88E5E}" sibTransId="{D85A4888-5397-467B-8154-26BEE266BEDA}"/>
    <dgm:cxn modelId="{26C927DF-3172-49E6-91BB-A68EB50D5906}" srcId="{85DCB22D-C55E-451A-9586-70CFDB8634E1}" destId="{F44F06F6-9835-4FE3-832B-51E054056C2B}" srcOrd="1" destOrd="0" parTransId="{704669DF-2EAD-4FDB-A40F-62E5E5A937CB}" sibTransId="{C7EA54D9-EFD3-4457-9F89-1E470771A30D}"/>
    <dgm:cxn modelId="{62D4E2CD-C689-4D87-828A-0CAA96487441}" type="presParOf" srcId="{A38FA81E-B472-4511-9AC2-776DC13AF2A8}" destId="{A7AFA4A7-4931-4670-B185-7B6553E1AF4D}" srcOrd="0" destOrd="0" presId="urn:microsoft.com/office/officeart/2005/8/layout/default"/>
    <dgm:cxn modelId="{165A3E09-4322-4EBC-BAC4-ACABCC6FA228}" type="presParOf" srcId="{A38FA81E-B472-4511-9AC2-776DC13AF2A8}" destId="{45E27E91-3F2E-426B-BE21-BEFB41D5467A}" srcOrd="1" destOrd="0" presId="urn:microsoft.com/office/officeart/2005/8/layout/default"/>
    <dgm:cxn modelId="{31ED7AC5-7020-408F-B670-3E7AFDB706DD}" type="presParOf" srcId="{A38FA81E-B472-4511-9AC2-776DC13AF2A8}" destId="{928D308A-91F6-4A92-9C65-CBCF27476E22}" srcOrd="2" destOrd="0" presId="urn:microsoft.com/office/officeart/2005/8/layout/default"/>
    <dgm:cxn modelId="{36E92581-411D-4467-A5B7-165E5FECAD1F}" type="presParOf" srcId="{A38FA81E-B472-4511-9AC2-776DC13AF2A8}" destId="{3020051C-AE6C-4BED-8A98-5E37307F55FE}" srcOrd="3" destOrd="0" presId="urn:microsoft.com/office/officeart/2005/8/layout/default"/>
    <dgm:cxn modelId="{9CE515CE-8CB1-4CBC-9A9C-9A2D831D08C8}" type="presParOf" srcId="{A38FA81E-B472-4511-9AC2-776DC13AF2A8}" destId="{27C99DDB-CD97-4CF4-A8CF-4BAD0282B39D}" srcOrd="4" destOrd="0" presId="urn:microsoft.com/office/officeart/2005/8/layout/default"/>
    <dgm:cxn modelId="{7B3C1A65-D326-4297-BF10-CF0E803EE905}" type="presParOf" srcId="{A38FA81E-B472-4511-9AC2-776DC13AF2A8}" destId="{134E56AF-A0F9-4D50-A308-9F0BFF6BB82C}" srcOrd="5" destOrd="0" presId="urn:microsoft.com/office/officeart/2005/8/layout/default"/>
    <dgm:cxn modelId="{5B7180F2-F691-4562-957D-71879378AB1E}" type="presParOf" srcId="{A38FA81E-B472-4511-9AC2-776DC13AF2A8}" destId="{06EEA935-A9AE-4716-AC83-D3C502977BE1}" srcOrd="6" destOrd="0" presId="urn:microsoft.com/office/officeart/2005/8/layout/default"/>
    <dgm:cxn modelId="{F3AA00FA-AF53-4F3C-BEED-FA2DAB21F354}" type="presParOf" srcId="{A38FA81E-B472-4511-9AC2-776DC13AF2A8}" destId="{0B3DBBB5-45AF-4317-B69B-2F0BB63CB295}" srcOrd="7" destOrd="0" presId="urn:microsoft.com/office/officeart/2005/8/layout/default"/>
    <dgm:cxn modelId="{1E215D35-B182-492F-8593-D10EC599B206}" type="presParOf" srcId="{A38FA81E-B472-4511-9AC2-776DC13AF2A8}" destId="{CF01DA53-E661-4B49-B379-8B2FFE42DE11}" srcOrd="8" destOrd="0" presId="urn:microsoft.com/office/officeart/2005/8/layout/default"/>
    <dgm:cxn modelId="{255508DB-D480-4D18-9814-C3EF165B84E4}" type="presParOf" srcId="{A38FA81E-B472-4511-9AC2-776DC13AF2A8}" destId="{DD27170B-1258-4661-A83B-7B554096DD5F}" srcOrd="9" destOrd="0" presId="urn:microsoft.com/office/officeart/2005/8/layout/default"/>
    <dgm:cxn modelId="{ABF6FD0B-8D09-492F-B24D-35467740A7B7}" type="presParOf" srcId="{A38FA81E-B472-4511-9AC2-776DC13AF2A8}" destId="{57CAEABF-58DD-4608-A919-69B810B84BC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5A4230BE-3233-4DB3-A850-A6FB1FDF9F65}">
      <dgm:prSet/>
      <dgm:spPr/>
      <dgm:t>
        <a:bodyPr/>
        <a:lstStyle/>
        <a:p>
          <a:r>
            <a:rPr lang="en-US" b="1" i="0" baseline="0" dirty="0"/>
            <a:t>Gold dataset:</a:t>
          </a:r>
          <a:r>
            <a:rPr lang="en-US" b="0" i="0" baseline="0" dirty="0"/>
            <a:t> 1,709 strong TMDB–</a:t>
          </a:r>
          <a:r>
            <a:rPr lang="en-US" b="0" i="0" baseline="0" dirty="0" err="1"/>
            <a:t>Discogs</a:t>
          </a:r>
          <a:r>
            <a:rPr lang="en-US" b="0" i="0" baseline="0" dirty="0"/>
            <a:t> matches (≥ 85 % similarity)</a:t>
          </a:r>
          <a:endParaRPr lang="en-US" dirty="0"/>
        </a:p>
      </dgm:t>
    </dgm:pt>
    <dgm:pt modelId="{BFBF0832-DA8C-48AF-AF45-01B45F4D4647}" type="parTrans" cxnId="{7348B949-9C7C-4AA1-ADC8-AE0178FEBA63}">
      <dgm:prSet/>
      <dgm:spPr/>
      <dgm:t>
        <a:bodyPr/>
        <a:lstStyle/>
        <a:p>
          <a:endParaRPr lang="en-US"/>
        </a:p>
      </dgm:t>
    </dgm:pt>
    <dgm:pt modelId="{8744294D-D73E-40C6-8D93-2CBAA31F171E}" type="sibTrans" cxnId="{7348B949-9C7C-4AA1-ADC8-AE0178FEBA63}">
      <dgm:prSet/>
      <dgm:spPr/>
      <dgm:t>
        <a:bodyPr/>
        <a:lstStyle/>
        <a:p>
          <a:endParaRPr lang="en-US"/>
        </a:p>
      </dgm:t>
    </dgm:pt>
    <dgm:pt modelId="{654C6781-5EC6-49B1-AB82-B147FCDBB313}">
      <dgm:prSet/>
      <dgm:spPr/>
      <dgm:t>
        <a:bodyPr/>
        <a:lstStyle/>
        <a:p>
          <a:r>
            <a:rPr lang="en-US" b="1" i="0" baseline="0"/>
            <a:t>Output location:</a:t>
          </a:r>
          <a:r>
            <a:rPr lang="en-US" b="0" i="0" baseline="0"/>
            <a:t> abfss://gold@ungcapstor01.dfs.core.windows.net/matches/</a:t>
          </a:r>
          <a:endParaRPr lang="en-US"/>
        </a:p>
      </dgm:t>
    </dgm:pt>
    <dgm:pt modelId="{422818AE-E188-42CD-878A-E2A1709B0531}" type="parTrans" cxnId="{DE2F4619-B14B-4AEF-8686-4639ACAE42DC}">
      <dgm:prSet/>
      <dgm:spPr/>
      <dgm:t>
        <a:bodyPr/>
        <a:lstStyle/>
        <a:p>
          <a:endParaRPr lang="en-US"/>
        </a:p>
      </dgm:t>
    </dgm:pt>
    <dgm:pt modelId="{D5C52E4C-F42F-42FC-A8B4-678B5BB13939}" type="sibTrans" cxnId="{DE2F4619-B14B-4AEF-8686-4639ACAE42DC}">
      <dgm:prSet/>
      <dgm:spPr/>
      <dgm:t>
        <a:bodyPr/>
        <a:lstStyle/>
        <a:p>
          <a:endParaRPr lang="en-US"/>
        </a:p>
      </dgm:t>
    </dgm:pt>
    <dgm:pt modelId="{8D2AE922-05F9-4AB6-988B-03F3922A9642}">
      <dgm:prSet/>
      <dgm:spPr/>
      <dgm:t>
        <a:bodyPr/>
        <a:lstStyle/>
        <a:p>
          <a:r>
            <a:rPr lang="en-US" b="1" i="0" baseline="0"/>
            <a:t>Schema verified:</a:t>
          </a:r>
          <a:r>
            <a:rPr lang="en-US" b="0" i="0" baseline="0"/>
            <a:t> match_id, tmdb_id, discogs_id, title, artist, score</a:t>
          </a:r>
          <a:endParaRPr lang="en-US"/>
        </a:p>
      </dgm:t>
    </dgm:pt>
    <dgm:pt modelId="{275C2152-BC6F-4FBB-B534-848DDDC3BF61}" type="parTrans" cxnId="{ECE9B73F-CE58-4183-91EF-4A953F778290}">
      <dgm:prSet/>
      <dgm:spPr/>
      <dgm:t>
        <a:bodyPr/>
        <a:lstStyle/>
        <a:p>
          <a:endParaRPr lang="en-US"/>
        </a:p>
      </dgm:t>
    </dgm:pt>
    <dgm:pt modelId="{C2CF175C-C587-45B4-8103-A3DA1E559819}" type="sibTrans" cxnId="{ECE9B73F-CE58-4183-91EF-4A953F778290}">
      <dgm:prSet/>
      <dgm:spPr/>
      <dgm:t>
        <a:bodyPr/>
        <a:lstStyle/>
        <a:p>
          <a:endParaRPr lang="en-US"/>
        </a:p>
      </dgm:t>
    </dgm:pt>
    <dgm:pt modelId="{4CD72964-5D0E-452A-8515-E75C9753F457}">
      <dgm:prSet/>
      <dgm:spPr/>
      <dgm:t>
        <a:bodyPr/>
        <a:lstStyle/>
        <a:p>
          <a:r>
            <a:rPr lang="en-US" b="1" i="0" baseline="0"/>
            <a:t>JSON lineage log</a:t>
          </a:r>
          <a:r>
            <a:rPr lang="en-US" b="0" i="0" baseline="0"/>
            <a:t> captured and stored under /data/metrics/</a:t>
          </a:r>
          <a:endParaRPr lang="en-US"/>
        </a:p>
      </dgm:t>
    </dgm:pt>
    <dgm:pt modelId="{521B6D2A-596E-4F0F-A703-1DADD4BDB02A}" type="parTrans" cxnId="{840A244B-3CA1-48AD-A21A-C40080C4D005}">
      <dgm:prSet/>
      <dgm:spPr/>
      <dgm:t>
        <a:bodyPr/>
        <a:lstStyle/>
        <a:p>
          <a:endParaRPr lang="en-US"/>
        </a:p>
      </dgm:t>
    </dgm:pt>
    <dgm:pt modelId="{E03677C6-D3E8-4FB8-972F-467555C31023}" type="sibTrans" cxnId="{840A244B-3CA1-48AD-A21A-C40080C4D005}">
      <dgm:prSet/>
      <dgm:spPr/>
      <dgm:t>
        <a:bodyPr/>
        <a:lstStyle/>
        <a:p>
          <a:endParaRPr lang="en-US"/>
        </a:p>
      </dgm:t>
    </dgm:pt>
    <dgm:pt modelId="{95C6D42D-023E-4365-994D-8C8501284C16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Cross-checked schema, record counts, and Gold parquet integrity</a:t>
          </a:r>
          <a:endParaRPr lang="en-US"/>
        </a:p>
      </dgm:t>
    </dgm:pt>
    <dgm:pt modelId="{FBBB177F-23EB-433F-8A8F-3244C1AB8FE8}" type="parTrans" cxnId="{29A9CE8A-E708-42B5-83E0-133B6568348B}">
      <dgm:prSet/>
      <dgm:spPr/>
      <dgm:t>
        <a:bodyPr/>
        <a:lstStyle/>
        <a:p>
          <a:endParaRPr lang="en-US"/>
        </a:p>
      </dgm:t>
    </dgm:pt>
    <dgm:pt modelId="{AFB049E7-78C5-4945-87C7-9FBB25895F7D}" type="sibTrans" cxnId="{29A9CE8A-E708-42B5-83E0-133B6568348B}">
      <dgm:prSet/>
      <dgm:spPr/>
      <dgm:t>
        <a:bodyPr/>
        <a:lstStyle/>
        <a:p>
          <a:endParaRPr lang="en-US"/>
        </a:p>
      </dgm:t>
    </dgm:pt>
    <dgm:pt modelId="{918C5A33-9160-4A25-8CFF-89C30D05BC4E}">
      <dgm:prSet/>
      <dgm:spPr/>
      <dgm:t>
        <a:bodyPr/>
        <a:lstStyle/>
        <a:p>
          <a:r>
            <a:rPr lang="en-US" b="1" i="0" baseline="0"/>
            <a:t>Next step:</a:t>
          </a:r>
          <a:r>
            <a:rPr lang="en-US" b="0" i="0" baseline="0"/>
            <a:t> Build monitoring dashboard (Step 10) in </a:t>
          </a:r>
          <a:r>
            <a:rPr lang="en-US" b="1" i="0" baseline="0"/>
            <a:t>Azure Log Analytics</a:t>
          </a:r>
          <a:r>
            <a:rPr lang="en-US" b="0" i="0" baseline="0"/>
            <a:t> for runtime and cost insights</a:t>
          </a:r>
          <a:endParaRPr lang="en-US"/>
        </a:p>
      </dgm:t>
    </dgm:pt>
    <dgm:pt modelId="{EB3079D7-DBA6-4B45-A549-321A64034E71}" type="parTrans" cxnId="{0A14551C-E487-4117-8EFC-9F7782FAB3EF}">
      <dgm:prSet/>
      <dgm:spPr/>
      <dgm:t>
        <a:bodyPr/>
        <a:lstStyle/>
        <a:p>
          <a:endParaRPr lang="en-US"/>
        </a:p>
      </dgm:t>
    </dgm:pt>
    <dgm:pt modelId="{C2230812-2018-44D6-BFD5-01B102B8BFDB}" type="sibTrans" cxnId="{0A14551C-E487-4117-8EFC-9F7782FAB3EF}">
      <dgm:prSet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  <dgm:pt modelId="{B02D6D22-67A8-4C34-9F0C-32E06190437E}" type="pres">
      <dgm:prSet presAssocID="{5A4230BE-3233-4DB3-A850-A6FB1FDF9F65}" presName="compNode" presStyleCnt="0"/>
      <dgm:spPr/>
    </dgm:pt>
    <dgm:pt modelId="{7B66342F-A75C-42AC-B48F-A02C263B7ADA}" type="pres">
      <dgm:prSet presAssocID="{5A4230BE-3233-4DB3-A850-A6FB1FDF9F65}" presName="iconBgRect" presStyleLbl="bgShp" presStyleIdx="0" presStyleCnt="6"/>
      <dgm:spPr/>
    </dgm:pt>
    <dgm:pt modelId="{9BAC7D5B-649A-41F8-B2B1-B388CA196F67}" type="pres">
      <dgm:prSet presAssocID="{5A4230BE-3233-4DB3-A850-A6FB1FDF9F6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F408685E-B5EF-46B7-BF25-670388445357}" type="pres">
      <dgm:prSet presAssocID="{5A4230BE-3233-4DB3-A850-A6FB1FDF9F65}" presName="spaceRect" presStyleCnt="0"/>
      <dgm:spPr/>
    </dgm:pt>
    <dgm:pt modelId="{A3E429DA-00A7-4502-91DD-B80D87FEF34D}" type="pres">
      <dgm:prSet presAssocID="{5A4230BE-3233-4DB3-A850-A6FB1FDF9F65}" presName="textRect" presStyleLbl="revTx" presStyleIdx="0" presStyleCnt="6">
        <dgm:presLayoutVars>
          <dgm:chMax val="1"/>
          <dgm:chPref val="1"/>
        </dgm:presLayoutVars>
      </dgm:prSet>
      <dgm:spPr/>
    </dgm:pt>
    <dgm:pt modelId="{28BF0540-CFE8-4CC3-84A2-184B12F47567}" type="pres">
      <dgm:prSet presAssocID="{8744294D-D73E-40C6-8D93-2CBAA31F171E}" presName="sibTrans" presStyleLbl="sibTrans2D1" presStyleIdx="0" presStyleCnt="0"/>
      <dgm:spPr/>
    </dgm:pt>
    <dgm:pt modelId="{3E54C80F-2F5F-4D03-AF46-E5B49846F7E0}" type="pres">
      <dgm:prSet presAssocID="{654C6781-5EC6-49B1-AB82-B147FCDBB313}" presName="compNode" presStyleCnt="0"/>
      <dgm:spPr/>
    </dgm:pt>
    <dgm:pt modelId="{9C91DB46-39E5-4450-9F23-A0B6131BBBA0}" type="pres">
      <dgm:prSet presAssocID="{654C6781-5EC6-49B1-AB82-B147FCDBB313}" presName="iconBgRect" presStyleLbl="bgShp" presStyleIdx="1" presStyleCnt="6"/>
      <dgm:spPr/>
    </dgm:pt>
    <dgm:pt modelId="{A1252844-9B1C-4F67-910C-A0C65ABDE307}" type="pres">
      <dgm:prSet presAssocID="{654C6781-5EC6-49B1-AB82-B147FCDBB31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3812378-69E7-4AB1-9F3D-3DE6FD12E3D1}" type="pres">
      <dgm:prSet presAssocID="{654C6781-5EC6-49B1-AB82-B147FCDBB313}" presName="spaceRect" presStyleCnt="0"/>
      <dgm:spPr/>
    </dgm:pt>
    <dgm:pt modelId="{B9AC43A8-D55C-49A8-8B44-4B80AC95FB5A}" type="pres">
      <dgm:prSet presAssocID="{654C6781-5EC6-49B1-AB82-B147FCDBB313}" presName="textRect" presStyleLbl="revTx" presStyleIdx="1" presStyleCnt="6">
        <dgm:presLayoutVars>
          <dgm:chMax val="1"/>
          <dgm:chPref val="1"/>
        </dgm:presLayoutVars>
      </dgm:prSet>
      <dgm:spPr/>
    </dgm:pt>
    <dgm:pt modelId="{4EF32FE5-6453-4D7A-A38E-3166AE6CDAC6}" type="pres">
      <dgm:prSet presAssocID="{D5C52E4C-F42F-42FC-A8B4-678B5BB13939}" presName="sibTrans" presStyleLbl="sibTrans2D1" presStyleIdx="0" presStyleCnt="0"/>
      <dgm:spPr/>
    </dgm:pt>
    <dgm:pt modelId="{C1A1DE52-8122-427B-9AD7-F6ADB4D7969E}" type="pres">
      <dgm:prSet presAssocID="{8D2AE922-05F9-4AB6-988B-03F3922A9642}" presName="compNode" presStyleCnt="0"/>
      <dgm:spPr/>
    </dgm:pt>
    <dgm:pt modelId="{B4CBA3A0-6DAA-4706-A962-59AF404B8F17}" type="pres">
      <dgm:prSet presAssocID="{8D2AE922-05F9-4AB6-988B-03F3922A9642}" presName="iconBgRect" presStyleLbl="bgShp" presStyleIdx="2" presStyleCnt="6"/>
      <dgm:spPr/>
    </dgm:pt>
    <dgm:pt modelId="{A04464F9-3576-4316-8124-EF753E5F06BB}" type="pres">
      <dgm:prSet presAssocID="{8D2AE922-05F9-4AB6-988B-03F3922A964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4F02051-EF5A-419C-A7A1-8376910B1919}" type="pres">
      <dgm:prSet presAssocID="{8D2AE922-05F9-4AB6-988B-03F3922A9642}" presName="spaceRect" presStyleCnt="0"/>
      <dgm:spPr/>
    </dgm:pt>
    <dgm:pt modelId="{C5A70CF0-53B8-4C22-831A-41F3FB1DA4C4}" type="pres">
      <dgm:prSet presAssocID="{8D2AE922-05F9-4AB6-988B-03F3922A9642}" presName="textRect" presStyleLbl="revTx" presStyleIdx="2" presStyleCnt="6">
        <dgm:presLayoutVars>
          <dgm:chMax val="1"/>
          <dgm:chPref val="1"/>
        </dgm:presLayoutVars>
      </dgm:prSet>
      <dgm:spPr/>
    </dgm:pt>
    <dgm:pt modelId="{96A736DE-3A94-4743-A2C7-AEF8D6700B56}" type="pres">
      <dgm:prSet presAssocID="{C2CF175C-C587-45B4-8103-A3DA1E559819}" presName="sibTrans" presStyleLbl="sibTrans2D1" presStyleIdx="0" presStyleCnt="0"/>
      <dgm:spPr/>
    </dgm:pt>
    <dgm:pt modelId="{F87B7E94-0A2C-4832-A352-055642F91F78}" type="pres">
      <dgm:prSet presAssocID="{4CD72964-5D0E-452A-8515-E75C9753F457}" presName="compNode" presStyleCnt="0"/>
      <dgm:spPr/>
    </dgm:pt>
    <dgm:pt modelId="{B86C5BD5-6EDC-44C5-AF43-C74B91791D10}" type="pres">
      <dgm:prSet presAssocID="{4CD72964-5D0E-452A-8515-E75C9753F457}" presName="iconBgRect" presStyleLbl="bgShp" presStyleIdx="3" presStyleCnt="6"/>
      <dgm:spPr/>
    </dgm:pt>
    <dgm:pt modelId="{31E1C0B2-7AD5-4C6E-8170-200A9B4B5B33}" type="pres">
      <dgm:prSet presAssocID="{4CD72964-5D0E-452A-8515-E75C9753F45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AC34944-B73A-4F37-BC6F-0F1C5D7B191B}" type="pres">
      <dgm:prSet presAssocID="{4CD72964-5D0E-452A-8515-E75C9753F457}" presName="spaceRect" presStyleCnt="0"/>
      <dgm:spPr/>
    </dgm:pt>
    <dgm:pt modelId="{7CD0B7A0-D1F7-4B30-AE84-A0A6CA70310B}" type="pres">
      <dgm:prSet presAssocID="{4CD72964-5D0E-452A-8515-E75C9753F457}" presName="textRect" presStyleLbl="revTx" presStyleIdx="3" presStyleCnt="6">
        <dgm:presLayoutVars>
          <dgm:chMax val="1"/>
          <dgm:chPref val="1"/>
        </dgm:presLayoutVars>
      </dgm:prSet>
      <dgm:spPr/>
    </dgm:pt>
    <dgm:pt modelId="{248F91B4-DC12-4311-A3CC-F150975FAC09}" type="pres">
      <dgm:prSet presAssocID="{E03677C6-D3E8-4FB8-972F-467555C31023}" presName="sibTrans" presStyleLbl="sibTrans2D1" presStyleIdx="0" presStyleCnt="0"/>
      <dgm:spPr/>
    </dgm:pt>
    <dgm:pt modelId="{9CAC3D18-ABDF-4630-A45C-C53AD51B6E53}" type="pres">
      <dgm:prSet presAssocID="{95C6D42D-023E-4365-994D-8C8501284C16}" presName="compNode" presStyleCnt="0"/>
      <dgm:spPr/>
    </dgm:pt>
    <dgm:pt modelId="{2E3BB75D-3371-4373-85E9-66FB87ED1269}" type="pres">
      <dgm:prSet presAssocID="{95C6D42D-023E-4365-994D-8C8501284C16}" presName="iconBgRect" presStyleLbl="bgShp" presStyleIdx="4" presStyleCnt="6"/>
      <dgm:spPr/>
    </dgm:pt>
    <dgm:pt modelId="{3B6A540A-D960-42D3-AC0F-7E348F637B0C}" type="pres">
      <dgm:prSet presAssocID="{95C6D42D-023E-4365-994D-8C8501284C1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48B95658-8D17-4C65-B158-A4233218718F}" type="pres">
      <dgm:prSet presAssocID="{95C6D42D-023E-4365-994D-8C8501284C16}" presName="spaceRect" presStyleCnt="0"/>
      <dgm:spPr/>
    </dgm:pt>
    <dgm:pt modelId="{AD208E51-62FF-478C-8446-2A1166CAF55C}" type="pres">
      <dgm:prSet presAssocID="{95C6D42D-023E-4365-994D-8C8501284C16}" presName="textRect" presStyleLbl="revTx" presStyleIdx="4" presStyleCnt="6">
        <dgm:presLayoutVars>
          <dgm:chMax val="1"/>
          <dgm:chPref val="1"/>
        </dgm:presLayoutVars>
      </dgm:prSet>
      <dgm:spPr/>
    </dgm:pt>
    <dgm:pt modelId="{7EAB3686-4696-48A7-9D75-B3AC9EF5DABF}" type="pres">
      <dgm:prSet presAssocID="{AFB049E7-78C5-4945-87C7-9FBB25895F7D}" presName="sibTrans" presStyleLbl="sibTrans2D1" presStyleIdx="0" presStyleCnt="0"/>
      <dgm:spPr/>
    </dgm:pt>
    <dgm:pt modelId="{8779FA12-3894-4EE7-A74A-6BEE79B3B755}" type="pres">
      <dgm:prSet presAssocID="{918C5A33-9160-4A25-8CFF-89C30D05BC4E}" presName="compNode" presStyleCnt="0"/>
      <dgm:spPr/>
    </dgm:pt>
    <dgm:pt modelId="{8AB1C7D4-B286-43F9-9A4D-0F7EDECBB162}" type="pres">
      <dgm:prSet presAssocID="{918C5A33-9160-4A25-8CFF-89C30D05BC4E}" presName="iconBgRect" presStyleLbl="bgShp" presStyleIdx="5" presStyleCnt="6"/>
      <dgm:spPr/>
    </dgm:pt>
    <dgm:pt modelId="{3E6267DE-81D9-4DD7-8AA4-6937D22DCEE4}" type="pres">
      <dgm:prSet presAssocID="{918C5A33-9160-4A25-8CFF-89C30D05BC4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33C85B9-F5BD-48CF-9BAF-5EFF3272948B}" type="pres">
      <dgm:prSet presAssocID="{918C5A33-9160-4A25-8CFF-89C30D05BC4E}" presName="spaceRect" presStyleCnt="0"/>
      <dgm:spPr/>
    </dgm:pt>
    <dgm:pt modelId="{18235FE3-2E4C-40B8-BCAC-E3CA9456538F}" type="pres">
      <dgm:prSet presAssocID="{918C5A33-9160-4A25-8CFF-89C30D05BC4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E2F4619-B14B-4AEF-8686-4639ACAE42DC}" srcId="{0C65094E-3B4B-4989-994B-74B2E04CF168}" destId="{654C6781-5EC6-49B1-AB82-B147FCDBB313}" srcOrd="1" destOrd="0" parTransId="{422818AE-E188-42CD-878A-E2A1709B0531}" sibTransId="{D5C52E4C-F42F-42FC-A8B4-678B5BB13939}"/>
    <dgm:cxn modelId="{579BFC1B-D552-4596-B311-F71D82AE4C04}" type="presOf" srcId="{C2CF175C-C587-45B4-8103-A3DA1E559819}" destId="{96A736DE-3A94-4743-A2C7-AEF8D6700B56}" srcOrd="0" destOrd="0" presId="urn:microsoft.com/office/officeart/2018/2/layout/IconCircleList"/>
    <dgm:cxn modelId="{0A14551C-E487-4117-8EFC-9F7782FAB3EF}" srcId="{0C65094E-3B4B-4989-994B-74B2E04CF168}" destId="{918C5A33-9160-4A25-8CFF-89C30D05BC4E}" srcOrd="5" destOrd="0" parTransId="{EB3079D7-DBA6-4B45-A549-321A64034E71}" sibTransId="{C2230812-2018-44D6-BFD5-01B102B8BFDB}"/>
    <dgm:cxn modelId="{ECE9B73F-CE58-4183-91EF-4A953F778290}" srcId="{0C65094E-3B4B-4989-994B-74B2E04CF168}" destId="{8D2AE922-05F9-4AB6-988B-03F3922A9642}" srcOrd="2" destOrd="0" parTransId="{275C2152-BC6F-4FBB-B534-848DDDC3BF61}" sibTransId="{C2CF175C-C587-45B4-8103-A3DA1E559819}"/>
    <dgm:cxn modelId="{A174AF43-08D7-4100-AD1A-03112BB92392}" type="presOf" srcId="{4CD72964-5D0E-452A-8515-E75C9753F457}" destId="{7CD0B7A0-D1F7-4B30-AE84-A0A6CA70310B}" srcOrd="0" destOrd="0" presId="urn:microsoft.com/office/officeart/2018/2/layout/IconCircleList"/>
    <dgm:cxn modelId="{7348B949-9C7C-4AA1-ADC8-AE0178FEBA63}" srcId="{0C65094E-3B4B-4989-994B-74B2E04CF168}" destId="{5A4230BE-3233-4DB3-A850-A6FB1FDF9F65}" srcOrd="0" destOrd="0" parTransId="{BFBF0832-DA8C-48AF-AF45-01B45F4D4647}" sibTransId="{8744294D-D73E-40C6-8D93-2CBAA31F171E}"/>
    <dgm:cxn modelId="{840A244B-3CA1-48AD-A21A-C40080C4D005}" srcId="{0C65094E-3B4B-4989-994B-74B2E04CF168}" destId="{4CD72964-5D0E-452A-8515-E75C9753F457}" srcOrd="3" destOrd="0" parTransId="{521B6D2A-596E-4F0F-A703-1DADD4BDB02A}" sibTransId="{E03677C6-D3E8-4FB8-972F-467555C31023}"/>
    <dgm:cxn modelId="{26FF6E6E-ECD8-4A7A-98FA-91ACA409CD27}" type="presOf" srcId="{E03677C6-D3E8-4FB8-972F-467555C31023}" destId="{248F91B4-DC12-4311-A3CC-F150975FAC09}" srcOrd="0" destOrd="0" presId="urn:microsoft.com/office/officeart/2018/2/layout/IconCircleList"/>
    <dgm:cxn modelId="{B7C27072-28A5-4B12-B5C8-AAD0218196AE}" type="presOf" srcId="{8744294D-D73E-40C6-8D93-2CBAA31F171E}" destId="{28BF0540-CFE8-4CC3-84A2-184B12F47567}" srcOrd="0" destOrd="0" presId="urn:microsoft.com/office/officeart/2018/2/layout/IconCircleList"/>
    <dgm:cxn modelId="{80BD1254-4C55-47C0-B88D-0B0BF399E423}" type="presOf" srcId="{918C5A33-9160-4A25-8CFF-89C30D05BC4E}" destId="{18235FE3-2E4C-40B8-BCAC-E3CA9456538F}" srcOrd="0" destOrd="0" presId="urn:microsoft.com/office/officeart/2018/2/layout/IconCircleList"/>
    <dgm:cxn modelId="{32C1B386-F97E-4F3D-BD68-87A1F80A7E5B}" type="presOf" srcId="{5A4230BE-3233-4DB3-A850-A6FB1FDF9F65}" destId="{A3E429DA-00A7-4502-91DD-B80D87FEF34D}" srcOrd="0" destOrd="0" presId="urn:microsoft.com/office/officeart/2018/2/layout/IconCircleList"/>
    <dgm:cxn modelId="{29A9CE8A-E708-42B5-83E0-133B6568348B}" srcId="{0C65094E-3B4B-4989-994B-74B2E04CF168}" destId="{95C6D42D-023E-4365-994D-8C8501284C16}" srcOrd="4" destOrd="0" parTransId="{FBBB177F-23EB-433F-8A8F-3244C1AB8FE8}" sibTransId="{AFB049E7-78C5-4945-87C7-9FBB25895F7D}"/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3CEECA8-BDB3-4F50-9ADB-4B474B552C0A}" type="presOf" srcId="{AFB049E7-78C5-4945-87C7-9FBB25895F7D}" destId="{7EAB3686-4696-48A7-9D75-B3AC9EF5DABF}" srcOrd="0" destOrd="0" presId="urn:microsoft.com/office/officeart/2018/2/layout/IconCircleList"/>
    <dgm:cxn modelId="{F54BA1B9-C3F6-4036-985B-7420784C2F5F}" type="presOf" srcId="{D5C52E4C-F42F-42FC-A8B4-678B5BB13939}" destId="{4EF32FE5-6453-4D7A-A38E-3166AE6CDAC6}" srcOrd="0" destOrd="0" presId="urn:microsoft.com/office/officeart/2018/2/layout/IconCircleList"/>
    <dgm:cxn modelId="{7FC638DB-AF96-47A9-944F-666AB439C4E4}" type="presOf" srcId="{8D2AE922-05F9-4AB6-988B-03F3922A9642}" destId="{C5A70CF0-53B8-4C22-831A-41F3FB1DA4C4}" srcOrd="0" destOrd="0" presId="urn:microsoft.com/office/officeart/2018/2/layout/IconCircleList"/>
    <dgm:cxn modelId="{5C1A79F7-5E4A-4A50-AB6A-49BF8FE735A1}" type="presOf" srcId="{654C6781-5EC6-49B1-AB82-B147FCDBB313}" destId="{B9AC43A8-D55C-49A8-8B44-4B80AC95FB5A}" srcOrd="0" destOrd="0" presId="urn:microsoft.com/office/officeart/2018/2/layout/IconCircleList"/>
    <dgm:cxn modelId="{126CD4FC-6361-4B00-A23E-9BE7713B0A33}" type="presOf" srcId="{95C6D42D-023E-4365-994D-8C8501284C16}" destId="{AD208E51-62FF-478C-8446-2A1166CAF55C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  <dgm:cxn modelId="{FFDD8E03-3095-40AA-AED8-EE090FEE7FD0}" type="presParOf" srcId="{126D5C5F-960A-4E75-A446-DCC4C9D45F7C}" destId="{B02D6D22-67A8-4C34-9F0C-32E06190437E}" srcOrd="0" destOrd="0" presId="urn:microsoft.com/office/officeart/2018/2/layout/IconCircleList"/>
    <dgm:cxn modelId="{76C28AE0-0EC2-4A69-BAF7-3F05AEA8A107}" type="presParOf" srcId="{B02D6D22-67A8-4C34-9F0C-32E06190437E}" destId="{7B66342F-A75C-42AC-B48F-A02C263B7ADA}" srcOrd="0" destOrd="0" presId="urn:microsoft.com/office/officeart/2018/2/layout/IconCircleList"/>
    <dgm:cxn modelId="{BBD97BBA-63EC-4CE6-85DC-74624B8228B3}" type="presParOf" srcId="{B02D6D22-67A8-4C34-9F0C-32E06190437E}" destId="{9BAC7D5B-649A-41F8-B2B1-B388CA196F67}" srcOrd="1" destOrd="0" presId="urn:microsoft.com/office/officeart/2018/2/layout/IconCircleList"/>
    <dgm:cxn modelId="{04AB3AA6-EB32-4366-8F5F-62DEB7F55C10}" type="presParOf" srcId="{B02D6D22-67A8-4C34-9F0C-32E06190437E}" destId="{F408685E-B5EF-46B7-BF25-670388445357}" srcOrd="2" destOrd="0" presId="urn:microsoft.com/office/officeart/2018/2/layout/IconCircleList"/>
    <dgm:cxn modelId="{EC0D17E9-2A23-43DD-BFE5-AD3CDF08E72B}" type="presParOf" srcId="{B02D6D22-67A8-4C34-9F0C-32E06190437E}" destId="{A3E429DA-00A7-4502-91DD-B80D87FEF34D}" srcOrd="3" destOrd="0" presId="urn:microsoft.com/office/officeart/2018/2/layout/IconCircleList"/>
    <dgm:cxn modelId="{33C657C9-58FF-449D-82A5-FDEFF5A3AA39}" type="presParOf" srcId="{126D5C5F-960A-4E75-A446-DCC4C9D45F7C}" destId="{28BF0540-CFE8-4CC3-84A2-184B12F47567}" srcOrd="1" destOrd="0" presId="urn:microsoft.com/office/officeart/2018/2/layout/IconCircleList"/>
    <dgm:cxn modelId="{CA73144C-0568-42D1-B81C-509EA3C56EB3}" type="presParOf" srcId="{126D5C5F-960A-4E75-A446-DCC4C9D45F7C}" destId="{3E54C80F-2F5F-4D03-AF46-E5B49846F7E0}" srcOrd="2" destOrd="0" presId="urn:microsoft.com/office/officeart/2018/2/layout/IconCircleList"/>
    <dgm:cxn modelId="{F41B9493-6C72-4B70-8C62-4286C826F752}" type="presParOf" srcId="{3E54C80F-2F5F-4D03-AF46-E5B49846F7E0}" destId="{9C91DB46-39E5-4450-9F23-A0B6131BBBA0}" srcOrd="0" destOrd="0" presId="urn:microsoft.com/office/officeart/2018/2/layout/IconCircleList"/>
    <dgm:cxn modelId="{DDE60022-6EED-4CFD-9880-E3034E753703}" type="presParOf" srcId="{3E54C80F-2F5F-4D03-AF46-E5B49846F7E0}" destId="{A1252844-9B1C-4F67-910C-A0C65ABDE307}" srcOrd="1" destOrd="0" presId="urn:microsoft.com/office/officeart/2018/2/layout/IconCircleList"/>
    <dgm:cxn modelId="{BABDC79D-C085-440B-9D07-FD38116D8DD3}" type="presParOf" srcId="{3E54C80F-2F5F-4D03-AF46-E5B49846F7E0}" destId="{83812378-69E7-4AB1-9F3D-3DE6FD12E3D1}" srcOrd="2" destOrd="0" presId="urn:microsoft.com/office/officeart/2018/2/layout/IconCircleList"/>
    <dgm:cxn modelId="{13E64EB0-A297-4BA3-AF11-606C35EDAF8C}" type="presParOf" srcId="{3E54C80F-2F5F-4D03-AF46-E5B49846F7E0}" destId="{B9AC43A8-D55C-49A8-8B44-4B80AC95FB5A}" srcOrd="3" destOrd="0" presId="urn:microsoft.com/office/officeart/2018/2/layout/IconCircleList"/>
    <dgm:cxn modelId="{787B454D-5F2A-4A4A-A25C-A34A4FB2E88E}" type="presParOf" srcId="{126D5C5F-960A-4E75-A446-DCC4C9D45F7C}" destId="{4EF32FE5-6453-4D7A-A38E-3166AE6CDAC6}" srcOrd="3" destOrd="0" presId="urn:microsoft.com/office/officeart/2018/2/layout/IconCircleList"/>
    <dgm:cxn modelId="{428C3096-91E0-4EFD-8847-7F1FEF3B59EC}" type="presParOf" srcId="{126D5C5F-960A-4E75-A446-DCC4C9D45F7C}" destId="{C1A1DE52-8122-427B-9AD7-F6ADB4D7969E}" srcOrd="4" destOrd="0" presId="urn:microsoft.com/office/officeart/2018/2/layout/IconCircleList"/>
    <dgm:cxn modelId="{DE8780B2-24DC-4B9C-9EFC-5BB93195873C}" type="presParOf" srcId="{C1A1DE52-8122-427B-9AD7-F6ADB4D7969E}" destId="{B4CBA3A0-6DAA-4706-A962-59AF404B8F17}" srcOrd="0" destOrd="0" presId="urn:microsoft.com/office/officeart/2018/2/layout/IconCircleList"/>
    <dgm:cxn modelId="{BEF5C0FE-4D1C-4096-92D1-1F26063F5400}" type="presParOf" srcId="{C1A1DE52-8122-427B-9AD7-F6ADB4D7969E}" destId="{A04464F9-3576-4316-8124-EF753E5F06BB}" srcOrd="1" destOrd="0" presId="urn:microsoft.com/office/officeart/2018/2/layout/IconCircleList"/>
    <dgm:cxn modelId="{97A09325-9B87-4B85-8F84-0B74FC81DA98}" type="presParOf" srcId="{C1A1DE52-8122-427B-9AD7-F6ADB4D7969E}" destId="{04F02051-EF5A-419C-A7A1-8376910B1919}" srcOrd="2" destOrd="0" presId="urn:microsoft.com/office/officeart/2018/2/layout/IconCircleList"/>
    <dgm:cxn modelId="{1ACAF9EB-B2D7-490B-BC11-AE2E6ACB2D31}" type="presParOf" srcId="{C1A1DE52-8122-427B-9AD7-F6ADB4D7969E}" destId="{C5A70CF0-53B8-4C22-831A-41F3FB1DA4C4}" srcOrd="3" destOrd="0" presId="urn:microsoft.com/office/officeart/2018/2/layout/IconCircleList"/>
    <dgm:cxn modelId="{2FD46C70-73D6-4D99-8927-23DC4C480FCC}" type="presParOf" srcId="{126D5C5F-960A-4E75-A446-DCC4C9D45F7C}" destId="{96A736DE-3A94-4743-A2C7-AEF8D6700B56}" srcOrd="5" destOrd="0" presId="urn:microsoft.com/office/officeart/2018/2/layout/IconCircleList"/>
    <dgm:cxn modelId="{8F8839B6-2851-4376-A4DA-9BE06084E6E2}" type="presParOf" srcId="{126D5C5F-960A-4E75-A446-DCC4C9D45F7C}" destId="{F87B7E94-0A2C-4832-A352-055642F91F78}" srcOrd="6" destOrd="0" presId="urn:microsoft.com/office/officeart/2018/2/layout/IconCircleList"/>
    <dgm:cxn modelId="{DC49AA72-8C6B-4542-AF67-2B24A392F48A}" type="presParOf" srcId="{F87B7E94-0A2C-4832-A352-055642F91F78}" destId="{B86C5BD5-6EDC-44C5-AF43-C74B91791D10}" srcOrd="0" destOrd="0" presId="urn:microsoft.com/office/officeart/2018/2/layout/IconCircleList"/>
    <dgm:cxn modelId="{FCEFD7D6-4B17-4AA5-8580-0FFCB84D8C8B}" type="presParOf" srcId="{F87B7E94-0A2C-4832-A352-055642F91F78}" destId="{31E1C0B2-7AD5-4C6E-8170-200A9B4B5B33}" srcOrd="1" destOrd="0" presId="urn:microsoft.com/office/officeart/2018/2/layout/IconCircleList"/>
    <dgm:cxn modelId="{2BDF2370-0887-4B45-A2C7-374244CA89B7}" type="presParOf" srcId="{F87B7E94-0A2C-4832-A352-055642F91F78}" destId="{CAC34944-B73A-4F37-BC6F-0F1C5D7B191B}" srcOrd="2" destOrd="0" presId="urn:microsoft.com/office/officeart/2018/2/layout/IconCircleList"/>
    <dgm:cxn modelId="{CC8CD865-C89F-4828-AB7D-C2F1F61AA82E}" type="presParOf" srcId="{F87B7E94-0A2C-4832-A352-055642F91F78}" destId="{7CD0B7A0-D1F7-4B30-AE84-A0A6CA70310B}" srcOrd="3" destOrd="0" presId="urn:microsoft.com/office/officeart/2018/2/layout/IconCircleList"/>
    <dgm:cxn modelId="{19614613-9077-4791-998F-D4D06673B0F9}" type="presParOf" srcId="{126D5C5F-960A-4E75-A446-DCC4C9D45F7C}" destId="{248F91B4-DC12-4311-A3CC-F150975FAC09}" srcOrd="7" destOrd="0" presId="urn:microsoft.com/office/officeart/2018/2/layout/IconCircleList"/>
    <dgm:cxn modelId="{CB06E261-4BF8-426E-BF50-F04D8DDDE367}" type="presParOf" srcId="{126D5C5F-960A-4E75-A446-DCC4C9D45F7C}" destId="{9CAC3D18-ABDF-4630-A45C-C53AD51B6E53}" srcOrd="8" destOrd="0" presId="urn:microsoft.com/office/officeart/2018/2/layout/IconCircleList"/>
    <dgm:cxn modelId="{70C167BB-637E-4435-936E-67C6D765D73E}" type="presParOf" srcId="{9CAC3D18-ABDF-4630-A45C-C53AD51B6E53}" destId="{2E3BB75D-3371-4373-85E9-66FB87ED1269}" srcOrd="0" destOrd="0" presId="urn:microsoft.com/office/officeart/2018/2/layout/IconCircleList"/>
    <dgm:cxn modelId="{C2221DAE-AE05-425A-B19A-72789A8FF0BF}" type="presParOf" srcId="{9CAC3D18-ABDF-4630-A45C-C53AD51B6E53}" destId="{3B6A540A-D960-42D3-AC0F-7E348F637B0C}" srcOrd="1" destOrd="0" presId="urn:microsoft.com/office/officeart/2018/2/layout/IconCircleList"/>
    <dgm:cxn modelId="{AF158205-7F4F-4982-AA8A-39A79D40C346}" type="presParOf" srcId="{9CAC3D18-ABDF-4630-A45C-C53AD51B6E53}" destId="{48B95658-8D17-4C65-B158-A4233218718F}" srcOrd="2" destOrd="0" presId="urn:microsoft.com/office/officeart/2018/2/layout/IconCircleList"/>
    <dgm:cxn modelId="{96C3C9FF-03DB-4A3A-82CC-F129B3045251}" type="presParOf" srcId="{9CAC3D18-ABDF-4630-A45C-C53AD51B6E53}" destId="{AD208E51-62FF-478C-8446-2A1166CAF55C}" srcOrd="3" destOrd="0" presId="urn:microsoft.com/office/officeart/2018/2/layout/IconCircleList"/>
    <dgm:cxn modelId="{3FD0653B-1ABB-4D0D-AFE1-6B1A213B190D}" type="presParOf" srcId="{126D5C5F-960A-4E75-A446-DCC4C9D45F7C}" destId="{7EAB3686-4696-48A7-9D75-B3AC9EF5DABF}" srcOrd="9" destOrd="0" presId="urn:microsoft.com/office/officeart/2018/2/layout/IconCircleList"/>
    <dgm:cxn modelId="{0BE0E52F-0059-4938-9453-BD84E01CBBAE}" type="presParOf" srcId="{126D5C5F-960A-4E75-A446-DCC4C9D45F7C}" destId="{8779FA12-3894-4EE7-A74A-6BEE79B3B755}" srcOrd="10" destOrd="0" presId="urn:microsoft.com/office/officeart/2018/2/layout/IconCircleList"/>
    <dgm:cxn modelId="{DB086FEA-0797-4A98-955A-88F125BB5289}" type="presParOf" srcId="{8779FA12-3894-4EE7-A74A-6BEE79B3B755}" destId="{8AB1C7D4-B286-43F9-9A4D-0F7EDECBB162}" srcOrd="0" destOrd="0" presId="urn:microsoft.com/office/officeart/2018/2/layout/IconCircleList"/>
    <dgm:cxn modelId="{64994937-1197-4542-9AFF-557FCCD9CF58}" type="presParOf" srcId="{8779FA12-3894-4EE7-A74A-6BEE79B3B755}" destId="{3E6267DE-81D9-4DD7-8AA4-6937D22DCEE4}" srcOrd="1" destOrd="0" presId="urn:microsoft.com/office/officeart/2018/2/layout/IconCircleList"/>
    <dgm:cxn modelId="{5BB339B7-E2DA-4538-AD6C-B9E970C02793}" type="presParOf" srcId="{8779FA12-3894-4EE7-A74A-6BEE79B3B755}" destId="{733C85B9-F5BD-48CF-9BAF-5EFF3272948B}" srcOrd="2" destOrd="0" presId="urn:microsoft.com/office/officeart/2018/2/layout/IconCircleList"/>
    <dgm:cxn modelId="{97B0746F-2B8D-49CE-B742-DC6A2717B706}" type="presParOf" srcId="{8779FA12-3894-4EE7-A74A-6BEE79B3B755}" destId="{18235FE3-2E4C-40B8-BCAC-E3CA945653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</dgm:ptLst>
  <dgm:cxnLst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5856F29-18CF-4F95-B815-9203069292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9281E1-4FAD-4011-8D2C-C2E7A63DEAAA}">
      <dgm:prSet/>
      <dgm:spPr/>
      <dgm:t>
        <a:bodyPr/>
        <a:lstStyle/>
        <a:p>
          <a:r>
            <a:rPr lang="en-US"/>
            <a:t>Fully serverless and modular — Python-based orchestration through Databricks Notebook Runner</a:t>
          </a:r>
        </a:p>
      </dgm:t>
    </dgm:pt>
    <dgm:pt modelId="{AC31E04F-0DD8-4418-8A48-009C71592727}" type="parTrans" cxnId="{392B42A2-B588-4040-AA74-09FE651B5EE2}">
      <dgm:prSet/>
      <dgm:spPr/>
      <dgm:t>
        <a:bodyPr/>
        <a:lstStyle/>
        <a:p>
          <a:endParaRPr lang="en-US"/>
        </a:p>
      </dgm:t>
    </dgm:pt>
    <dgm:pt modelId="{E0ED49B5-16E3-4B21-B2FF-E6BE5E389398}" type="sibTrans" cxnId="{392B42A2-B588-4040-AA74-09FE651B5EE2}">
      <dgm:prSet/>
      <dgm:spPr/>
      <dgm:t>
        <a:bodyPr/>
        <a:lstStyle/>
        <a:p>
          <a:endParaRPr lang="en-US"/>
        </a:p>
      </dgm:t>
    </dgm:pt>
    <dgm:pt modelId="{BCE29A19-B196-4313-9465-7623E0470E79}">
      <dgm:prSet/>
      <dgm:spPr/>
      <dgm:t>
        <a:bodyPr/>
        <a:lstStyle/>
        <a:p>
          <a:r>
            <a:rPr lang="en-US"/>
            <a:t>Implements Medallion architecture (raw → intermediate → gold) for scalable and transparent data lineage</a:t>
          </a:r>
        </a:p>
      </dgm:t>
    </dgm:pt>
    <dgm:pt modelId="{5FB63477-CCD3-44B5-80DD-4782B3E3DED8}" type="parTrans" cxnId="{B1326C13-CF67-4BCD-B7F1-5BD481016F94}">
      <dgm:prSet/>
      <dgm:spPr/>
      <dgm:t>
        <a:bodyPr/>
        <a:lstStyle/>
        <a:p>
          <a:endParaRPr lang="en-US"/>
        </a:p>
      </dgm:t>
    </dgm:pt>
    <dgm:pt modelId="{A3EF7D2D-1E1C-4BCB-B7D7-62C14386271B}" type="sibTrans" cxnId="{B1326C13-CF67-4BCD-B7F1-5BD481016F94}">
      <dgm:prSet/>
      <dgm:spPr/>
      <dgm:t>
        <a:bodyPr/>
        <a:lstStyle/>
        <a:p>
          <a:endParaRPr lang="en-US"/>
        </a:p>
      </dgm:t>
    </dgm:pt>
    <dgm:pt modelId="{4D99025A-ADB4-4F24-90C0-64CBBC99FEE4}">
      <dgm:prSet/>
      <dgm:spPr/>
      <dgm:t>
        <a:bodyPr/>
        <a:lstStyle/>
        <a:p>
          <a:r>
            <a:rPr lang="en-US"/>
            <a:t>Schema-on-read design — eliminates rigid database schemas; final output persisted in Parquet format</a:t>
          </a:r>
        </a:p>
      </dgm:t>
    </dgm:pt>
    <dgm:pt modelId="{E04254C3-D6B8-47A7-BC69-AC35AA827847}" type="parTrans" cxnId="{86904B1A-AD65-4AEC-88FC-2AD7E1A14DD4}">
      <dgm:prSet/>
      <dgm:spPr/>
      <dgm:t>
        <a:bodyPr/>
        <a:lstStyle/>
        <a:p>
          <a:endParaRPr lang="en-US"/>
        </a:p>
      </dgm:t>
    </dgm:pt>
    <dgm:pt modelId="{1A686C07-B6A6-4F9C-AE52-A10D37E44697}" type="sibTrans" cxnId="{86904B1A-AD65-4AEC-88FC-2AD7E1A14DD4}">
      <dgm:prSet/>
      <dgm:spPr/>
      <dgm:t>
        <a:bodyPr/>
        <a:lstStyle/>
        <a:p>
          <a:endParaRPr lang="en-US"/>
        </a:p>
      </dgm:t>
    </dgm:pt>
    <dgm:pt modelId="{7F1CDF6E-8C3F-4A44-A698-C1C3434E8BAE}">
      <dgm:prSet/>
      <dgm:spPr/>
      <dgm:t>
        <a:bodyPr/>
        <a:lstStyle/>
        <a:p>
          <a:r>
            <a:rPr lang="en-US"/>
            <a:t>Azure-native monitoring through Log Analytics and Function App logging</a:t>
          </a:r>
        </a:p>
      </dgm:t>
    </dgm:pt>
    <dgm:pt modelId="{D7BD55A2-4E63-4748-B3FB-44A4F56F98FE}" type="parTrans" cxnId="{D631CC52-67ED-4F2A-AF37-FD1E84773872}">
      <dgm:prSet/>
      <dgm:spPr/>
      <dgm:t>
        <a:bodyPr/>
        <a:lstStyle/>
        <a:p>
          <a:endParaRPr lang="en-US"/>
        </a:p>
      </dgm:t>
    </dgm:pt>
    <dgm:pt modelId="{0DD5344C-6F8A-4413-91B5-511D94C3477B}" type="sibTrans" cxnId="{D631CC52-67ED-4F2A-AF37-FD1E84773872}">
      <dgm:prSet/>
      <dgm:spPr/>
      <dgm:t>
        <a:bodyPr/>
        <a:lstStyle/>
        <a:p>
          <a:endParaRPr lang="en-US"/>
        </a:p>
      </dgm:t>
    </dgm:pt>
    <dgm:pt modelId="{417CD5A0-4850-4F66-9491-101A492F345F}" type="pres">
      <dgm:prSet presAssocID="{B5856F29-18CF-4F95-B815-92030692925E}" presName="root" presStyleCnt="0">
        <dgm:presLayoutVars>
          <dgm:dir/>
          <dgm:resizeHandles val="exact"/>
        </dgm:presLayoutVars>
      </dgm:prSet>
      <dgm:spPr/>
    </dgm:pt>
    <dgm:pt modelId="{2B2EF1E9-8E34-4E9E-BB5A-2C9A250FE6B4}" type="pres">
      <dgm:prSet presAssocID="{CE9281E1-4FAD-4011-8D2C-C2E7A63DEAAA}" presName="compNode" presStyleCnt="0"/>
      <dgm:spPr/>
    </dgm:pt>
    <dgm:pt modelId="{57B4E00B-B900-43A7-83A2-CAD1348AFA31}" type="pres">
      <dgm:prSet presAssocID="{CE9281E1-4FAD-4011-8D2C-C2E7A63DEAAA}" presName="bgRect" presStyleLbl="bgShp" presStyleIdx="0" presStyleCnt="4"/>
      <dgm:spPr/>
    </dgm:pt>
    <dgm:pt modelId="{63F26072-0CD4-4FBD-BB88-89350CF1BC00}" type="pres">
      <dgm:prSet presAssocID="{CE9281E1-4FAD-4011-8D2C-C2E7A63DEA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B626FD1-04F1-40F5-B29B-3D107B98975B}" type="pres">
      <dgm:prSet presAssocID="{CE9281E1-4FAD-4011-8D2C-C2E7A63DEAAA}" presName="spaceRect" presStyleCnt="0"/>
      <dgm:spPr/>
    </dgm:pt>
    <dgm:pt modelId="{FB5E82D8-A942-44EA-B5BE-A18873D678A0}" type="pres">
      <dgm:prSet presAssocID="{CE9281E1-4FAD-4011-8D2C-C2E7A63DEAAA}" presName="parTx" presStyleLbl="revTx" presStyleIdx="0" presStyleCnt="4">
        <dgm:presLayoutVars>
          <dgm:chMax val="0"/>
          <dgm:chPref val="0"/>
        </dgm:presLayoutVars>
      </dgm:prSet>
      <dgm:spPr/>
    </dgm:pt>
    <dgm:pt modelId="{17615342-88DB-437A-AA2B-43D93BDD0139}" type="pres">
      <dgm:prSet presAssocID="{E0ED49B5-16E3-4B21-B2FF-E6BE5E389398}" presName="sibTrans" presStyleCnt="0"/>
      <dgm:spPr/>
    </dgm:pt>
    <dgm:pt modelId="{0B76ED38-11B2-468D-B578-7DF4AABCE3E2}" type="pres">
      <dgm:prSet presAssocID="{BCE29A19-B196-4313-9465-7623E0470E79}" presName="compNode" presStyleCnt="0"/>
      <dgm:spPr/>
    </dgm:pt>
    <dgm:pt modelId="{AE4E7CDF-02DD-42BA-8322-675BEA6245D1}" type="pres">
      <dgm:prSet presAssocID="{BCE29A19-B196-4313-9465-7623E0470E79}" presName="bgRect" presStyleLbl="bgShp" presStyleIdx="1" presStyleCnt="4"/>
      <dgm:spPr/>
    </dgm:pt>
    <dgm:pt modelId="{825BA191-FE2B-48E4-B14B-C2D6E490CACC}" type="pres">
      <dgm:prSet presAssocID="{BCE29A19-B196-4313-9465-7623E0470E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478CF180-AF8A-4285-9869-42AE8B314B7D}" type="pres">
      <dgm:prSet presAssocID="{BCE29A19-B196-4313-9465-7623E0470E79}" presName="spaceRect" presStyleCnt="0"/>
      <dgm:spPr/>
    </dgm:pt>
    <dgm:pt modelId="{C7166C2A-8E69-4F36-A498-B7010B300472}" type="pres">
      <dgm:prSet presAssocID="{BCE29A19-B196-4313-9465-7623E0470E79}" presName="parTx" presStyleLbl="revTx" presStyleIdx="1" presStyleCnt="4">
        <dgm:presLayoutVars>
          <dgm:chMax val="0"/>
          <dgm:chPref val="0"/>
        </dgm:presLayoutVars>
      </dgm:prSet>
      <dgm:spPr/>
    </dgm:pt>
    <dgm:pt modelId="{9F5608B3-C8C5-439D-AFA6-7E43C8D76D09}" type="pres">
      <dgm:prSet presAssocID="{A3EF7D2D-1E1C-4BCB-B7D7-62C14386271B}" presName="sibTrans" presStyleCnt="0"/>
      <dgm:spPr/>
    </dgm:pt>
    <dgm:pt modelId="{4D39FE2F-5247-4443-BDAF-A9B703E3DAEA}" type="pres">
      <dgm:prSet presAssocID="{4D99025A-ADB4-4F24-90C0-64CBBC99FEE4}" presName="compNode" presStyleCnt="0"/>
      <dgm:spPr/>
    </dgm:pt>
    <dgm:pt modelId="{17595CF2-6CA5-4F10-9B70-9280FF9EA9E8}" type="pres">
      <dgm:prSet presAssocID="{4D99025A-ADB4-4F24-90C0-64CBBC99FEE4}" presName="bgRect" presStyleLbl="bgShp" presStyleIdx="2" presStyleCnt="4"/>
      <dgm:spPr/>
    </dgm:pt>
    <dgm:pt modelId="{762996C5-FC0B-417F-BF6E-B262A58E56EC}" type="pres">
      <dgm:prSet presAssocID="{4D99025A-ADB4-4F24-90C0-64CBBC99FE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5F22448-D7B0-43B3-9782-CA53C1B1CFE0}" type="pres">
      <dgm:prSet presAssocID="{4D99025A-ADB4-4F24-90C0-64CBBC99FEE4}" presName="spaceRect" presStyleCnt="0"/>
      <dgm:spPr/>
    </dgm:pt>
    <dgm:pt modelId="{1FD6F03F-D45F-4F0A-9859-BE5536D8902B}" type="pres">
      <dgm:prSet presAssocID="{4D99025A-ADB4-4F24-90C0-64CBBC99FEE4}" presName="parTx" presStyleLbl="revTx" presStyleIdx="2" presStyleCnt="4">
        <dgm:presLayoutVars>
          <dgm:chMax val="0"/>
          <dgm:chPref val="0"/>
        </dgm:presLayoutVars>
      </dgm:prSet>
      <dgm:spPr/>
    </dgm:pt>
    <dgm:pt modelId="{C9357609-068D-4B92-ABBA-EC80987D8D08}" type="pres">
      <dgm:prSet presAssocID="{1A686C07-B6A6-4F9C-AE52-A10D37E44697}" presName="sibTrans" presStyleCnt="0"/>
      <dgm:spPr/>
    </dgm:pt>
    <dgm:pt modelId="{3D5DBF8E-B5A2-4ED8-8EB3-68EDCD6E6061}" type="pres">
      <dgm:prSet presAssocID="{7F1CDF6E-8C3F-4A44-A698-C1C3434E8BAE}" presName="compNode" presStyleCnt="0"/>
      <dgm:spPr/>
    </dgm:pt>
    <dgm:pt modelId="{C3D3CF05-8CCC-42B7-B9EC-98AAF9BDC237}" type="pres">
      <dgm:prSet presAssocID="{7F1CDF6E-8C3F-4A44-A698-C1C3434E8BAE}" presName="bgRect" presStyleLbl="bgShp" presStyleIdx="3" presStyleCnt="4"/>
      <dgm:spPr/>
    </dgm:pt>
    <dgm:pt modelId="{462D8316-4981-4C40-BAAB-8EBEC5721851}" type="pres">
      <dgm:prSet presAssocID="{7F1CDF6E-8C3F-4A44-A698-C1C3434E8B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5CFEE2D-2705-440C-915C-AF1A7A8B9F6F}" type="pres">
      <dgm:prSet presAssocID="{7F1CDF6E-8C3F-4A44-A698-C1C3434E8BAE}" presName="spaceRect" presStyleCnt="0"/>
      <dgm:spPr/>
    </dgm:pt>
    <dgm:pt modelId="{53FD0794-8F49-4036-B54B-9DE463E6AD96}" type="pres">
      <dgm:prSet presAssocID="{7F1CDF6E-8C3F-4A44-A698-C1C3434E8BA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B5B3B07-F2B5-4FED-A5CB-13A393CF8B84}" type="presOf" srcId="{4D99025A-ADB4-4F24-90C0-64CBBC99FEE4}" destId="{1FD6F03F-D45F-4F0A-9859-BE5536D8902B}" srcOrd="0" destOrd="0" presId="urn:microsoft.com/office/officeart/2018/2/layout/IconVerticalSolidList"/>
    <dgm:cxn modelId="{B1326C13-CF67-4BCD-B7F1-5BD481016F94}" srcId="{B5856F29-18CF-4F95-B815-92030692925E}" destId="{BCE29A19-B196-4313-9465-7623E0470E79}" srcOrd="1" destOrd="0" parTransId="{5FB63477-CCD3-44B5-80DD-4782B3E3DED8}" sibTransId="{A3EF7D2D-1E1C-4BCB-B7D7-62C14386271B}"/>
    <dgm:cxn modelId="{86904B1A-AD65-4AEC-88FC-2AD7E1A14DD4}" srcId="{B5856F29-18CF-4F95-B815-92030692925E}" destId="{4D99025A-ADB4-4F24-90C0-64CBBC99FEE4}" srcOrd="2" destOrd="0" parTransId="{E04254C3-D6B8-47A7-BC69-AC35AA827847}" sibTransId="{1A686C07-B6A6-4F9C-AE52-A10D37E44697}"/>
    <dgm:cxn modelId="{D631CC52-67ED-4F2A-AF37-FD1E84773872}" srcId="{B5856F29-18CF-4F95-B815-92030692925E}" destId="{7F1CDF6E-8C3F-4A44-A698-C1C3434E8BAE}" srcOrd="3" destOrd="0" parTransId="{D7BD55A2-4E63-4748-B3FB-44A4F56F98FE}" sibTransId="{0DD5344C-6F8A-4413-91B5-511D94C3477B}"/>
    <dgm:cxn modelId="{4D05F393-A14D-43BF-8655-4C81A6A734E6}" type="presOf" srcId="{CE9281E1-4FAD-4011-8D2C-C2E7A63DEAAA}" destId="{FB5E82D8-A942-44EA-B5BE-A18873D678A0}" srcOrd="0" destOrd="0" presId="urn:microsoft.com/office/officeart/2018/2/layout/IconVerticalSolidList"/>
    <dgm:cxn modelId="{36EE2295-0423-4B09-B8DE-967245C457A7}" type="presOf" srcId="{BCE29A19-B196-4313-9465-7623E0470E79}" destId="{C7166C2A-8E69-4F36-A498-B7010B300472}" srcOrd="0" destOrd="0" presId="urn:microsoft.com/office/officeart/2018/2/layout/IconVerticalSolidList"/>
    <dgm:cxn modelId="{392B42A2-B588-4040-AA74-09FE651B5EE2}" srcId="{B5856F29-18CF-4F95-B815-92030692925E}" destId="{CE9281E1-4FAD-4011-8D2C-C2E7A63DEAAA}" srcOrd="0" destOrd="0" parTransId="{AC31E04F-0DD8-4418-8A48-009C71592727}" sibTransId="{E0ED49B5-16E3-4B21-B2FF-E6BE5E389398}"/>
    <dgm:cxn modelId="{E15268CB-A239-4C0C-978D-5E987C4ED9B2}" type="presOf" srcId="{7F1CDF6E-8C3F-4A44-A698-C1C3434E8BAE}" destId="{53FD0794-8F49-4036-B54B-9DE463E6AD96}" srcOrd="0" destOrd="0" presId="urn:microsoft.com/office/officeart/2018/2/layout/IconVerticalSolidList"/>
    <dgm:cxn modelId="{3CEF72E9-A0DF-4C3D-A107-E8596197126E}" type="presOf" srcId="{B5856F29-18CF-4F95-B815-92030692925E}" destId="{417CD5A0-4850-4F66-9491-101A492F345F}" srcOrd="0" destOrd="0" presId="urn:microsoft.com/office/officeart/2018/2/layout/IconVerticalSolidList"/>
    <dgm:cxn modelId="{F33DD86B-ABA5-44E5-92BB-AEAF8D4C0A34}" type="presParOf" srcId="{417CD5A0-4850-4F66-9491-101A492F345F}" destId="{2B2EF1E9-8E34-4E9E-BB5A-2C9A250FE6B4}" srcOrd="0" destOrd="0" presId="urn:microsoft.com/office/officeart/2018/2/layout/IconVerticalSolidList"/>
    <dgm:cxn modelId="{145D0F9B-0425-4F22-BD0C-9FE09184D186}" type="presParOf" srcId="{2B2EF1E9-8E34-4E9E-BB5A-2C9A250FE6B4}" destId="{57B4E00B-B900-43A7-83A2-CAD1348AFA31}" srcOrd="0" destOrd="0" presId="urn:microsoft.com/office/officeart/2018/2/layout/IconVerticalSolidList"/>
    <dgm:cxn modelId="{E0A9D190-DFE5-4F5A-8473-AA828073FC33}" type="presParOf" srcId="{2B2EF1E9-8E34-4E9E-BB5A-2C9A250FE6B4}" destId="{63F26072-0CD4-4FBD-BB88-89350CF1BC00}" srcOrd="1" destOrd="0" presId="urn:microsoft.com/office/officeart/2018/2/layout/IconVerticalSolidList"/>
    <dgm:cxn modelId="{A1E180CF-C71B-4652-B987-12122439BA15}" type="presParOf" srcId="{2B2EF1E9-8E34-4E9E-BB5A-2C9A250FE6B4}" destId="{6B626FD1-04F1-40F5-B29B-3D107B98975B}" srcOrd="2" destOrd="0" presId="urn:microsoft.com/office/officeart/2018/2/layout/IconVerticalSolidList"/>
    <dgm:cxn modelId="{0672FDE4-2E8C-4AA0-A7A8-D2449A2BB4B3}" type="presParOf" srcId="{2B2EF1E9-8E34-4E9E-BB5A-2C9A250FE6B4}" destId="{FB5E82D8-A942-44EA-B5BE-A18873D678A0}" srcOrd="3" destOrd="0" presId="urn:microsoft.com/office/officeart/2018/2/layout/IconVerticalSolidList"/>
    <dgm:cxn modelId="{950B4FB7-5E6E-47E7-BF31-AE7434FEC154}" type="presParOf" srcId="{417CD5A0-4850-4F66-9491-101A492F345F}" destId="{17615342-88DB-437A-AA2B-43D93BDD0139}" srcOrd="1" destOrd="0" presId="urn:microsoft.com/office/officeart/2018/2/layout/IconVerticalSolidList"/>
    <dgm:cxn modelId="{BF1B26F5-ADD9-46B2-B940-878AFED7EEA2}" type="presParOf" srcId="{417CD5A0-4850-4F66-9491-101A492F345F}" destId="{0B76ED38-11B2-468D-B578-7DF4AABCE3E2}" srcOrd="2" destOrd="0" presId="urn:microsoft.com/office/officeart/2018/2/layout/IconVerticalSolidList"/>
    <dgm:cxn modelId="{14B53B06-7199-4B4A-99D1-CA85B8C872D9}" type="presParOf" srcId="{0B76ED38-11B2-468D-B578-7DF4AABCE3E2}" destId="{AE4E7CDF-02DD-42BA-8322-675BEA6245D1}" srcOrd="0" destOrd="0" presId="urn:microsoft.com/office/officeart/2018/2/layout/IconVerticalSolidList"/>
    <dgm:cxn modelId="{A0FF6D26-8FF7-4F7C-971F-33F2D62FD2D2}" type="presParOf" srcId="{0B76ED38-11B2-468D-B578-7DF4AABCE3E2}" destId="{825BA191-FE2B-48E4-B14B-C2D6E490CACC}" srcOrd="1" destOrd="0" presId="urn:microsoft.com/office/officeart/2018/2/layout/IconVerticalSolidList"/>
    <dgm:cxn modelId="{BD2ADC08-2A63-4D2D-9FB6-8A595CB23B47}" type="presParOf" srcId="{0B76ED38-11B2-468D-B578-7DF4AABCE3E2}" destId="{478CF180-AF8A-4285-9869-42AE8B314B7D}" srcOrd="2" destOrd="0" presId="urn:microsoft.com/office/officeart/2018/2/layout/IconVerticalSolidList"/>
    <dgm:cxn modelId="{33977FD5-7386-46E8-A85A-06C6A247C4B6}" type="presParOf" srcId="{0B76ED38-11B2-468D-B578-7DF4AABCE3E2}" destId="{C7166C2A-8E69-4F36-A498-B7010B300472}" srcOrd="3" destOrd="0" presId="urn:microsoft.com/office/officeart/2018/2/layout/IconVerticalSolidList"/>
    <dgm:cxn modelId="{893E399A-3A70-4F23-93C9-6BA5525C0994}" type="presParOf" srcId="{417CD5A0-4850-4F66-9491-101A492F345F}" destId="{9F5608B3-C8C5-439D-AFA6-7E43C8D76D09}" srcOrd="3" destOrd="0" presId="urn:microsoft.com/office/officeart/2018/2/layout/IconVerticalSolidList"/>
    <dgm:cxn modelId="{1D031898-4130-4E0F-B354-EC0A12C2EABD}" type="presParOf" srcId="{417CD5A0-4850-4F66-9491-101A492F345F}" destId="{4D39FE2F-5247-4443-BDAF-A9B703E3DAEA}" srcOrd="4" destOrd="0" presId="urn:microsoft.com/office/officeart/2018/2/layout/IconVerticalSolidList"/>
    <dgm:cxn modelId="{D268CB58-F4A7-4A83-84F9-904390BD2A5A}" type="presParOf" srcId="{4D39FE2F-5247-4443-BDAF-A9B703E3DAEA}" destId="{17595CF2-6CA5-4F10-9B70-9280FF9EA9E8}" srcOrd="0" destOrd="0" presId="urn:microsoft.com/office/officeart/2018/2/layout/IconVerticalSolidList"/>
    <dgm:cxn modelId="{67B1DFCE-A682-4150-B416-962E00AB5815}" type="presParOf" srcId="{4D39FE2F-5247-4443-BDAF-A9B703E3DAEA}" destId="{762996C5-FC0B-417F-BF6E-B262A58E56EC}" srcOrd="1" destOrd="0" presId="urn:microsoft.com/office/officeart/2018/2/layout/IconVerticalSolidList"/>
    <dgm:cxn modelId="{92F86DB7-85ED-437E-A887-9917ACDC6A13}" type="presParOf" srcId="{4D39FE2F-5247-4443-BDAF-A9B703E3DAEA}" destId="{35F22448-D7B0-43B3-9782-CA53C1B1CFE0}" srcOrd="2" destOrd="0" presId="urn:microsoft.com/office/officeart/2018/2/layout/IconVerticalSolidList"/>
    <dgm:cxn modelId="{79A275C8-02E5-485C-AB5E-DEE8C1224583}" type="presParOf" srcId="{4D39FE2F-5247-4443-BDAF-A9B703E3DAEA}" destId="{1FD6F03F-D45F-4F0A-9859-BE5536D8902B}" srcOrd="3" destOrd="0" presId="urn:microsoft.com/office/officeart/2018/2/layout/IconVerticalSolidList"/>
    <dgm:cxn modelId="{6D44BD86-38A8-4718-A8B9-D831FD98F815}" type="presParOf" srcId="{417CD5A0-4850-4F66-9491-101A492F345F}" destId="{C9357609-068D-4B92-ABBA-EC80987D8D08}" srcOrd="5" destOrd="0" presId="urn:microsoft.com/office/officeart/2018/2/layout/IconVerticalSolidList"/>
    <dgm:cxn modelId="{BFAEFCD8-E49B-47C4-B380-95E127682E81}" type="presParOf" srcId="{417CD5A0-4850-4F66-9491-101A492F345F}" destId="{3D5DBF8E-B5A2-4ED8-8EB3-68EDCD6E6061}" srcOrd="6" destOrd="0" presId="urn:microsoft.com/office/officeart/2018/2/layout/IconVerticalSolidList"/>
    <dgm:cxn modelId="{7B998552-FC9D-4E8B-B0C4-BAA437BA1032}" type="presParOf" srcId="{3D5DBF8E-B5A2-4ED8-8EB3-68EDCD6E6061}" destId="{C3D3CF05-8CCC-42B7-B9EC-98AAF9BDC237}" srcOrd="0" destOrd="0" presId="urn:microsoft.com/office/officeart/2018/2/layout/IconVerticalSolidList"/>
    <dgm:cxn modelId="{85990A63-7F1D-4E81-9E03-DC77E9DF471D}" type="presParOf" srcId="{3D5DBF8E-B5A2-4ED8-8EB3-68EDCD6E6061}" destId="{462D8316-4981-4C40-BAAB-8EBEC5721851}" srcOrd="1" destOrd="0" presId="urn:microsoft.com/office/officeart/2018/2/layout/IconVerticalSolidList"/>
    <dgm:cxn modelId="{CD28FD1A-78FB-4E13-A7DF-B056BA05F184}" type="presParOf" srcId="{3D5DBF8E-B5A2-4ED8-8EB3-68EDCD6E6061}" destId="{05CFEE2D-2705-440C-915C-AF1A7A8B9F6F}" srcOrd="2" destOrd="0" presId="urn:microsoft.com/office/officeart/2018/2/layout/IconVerticalSolidList"/>
    <dgm:cxn modelId="{E8F41E89-6008-46A4-BB7F-9673174A0C3B}" type="presParOf" srcId="{3D5DBF8E-B5A2-4ED8-8EB3-68EDCD6E6061}" destId="{53FD0794-8F49-4036-B54B-9DE463E6AD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6B0DFC5-A932-4F3D-AF51-D139E5E8EF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38FE32-41FF-4951-A557-9373BB26E60F}">
      <dgm:prSet/>
      <dgm:spPr/>
      <dgm:t>
        <a:bodyPr/>
        <a:lstStyle/>
        <a:p>
          <a:r>
            <a:rPr lang="en-US"/>
            <a:t>Key Decisions:</a:t>
          </a:r>
        </a:p>
      </dgm:t>
    </dgm:pt>
    <dgm:pt modelId="{45D7DBEE-A50D-4B49-B679-4918E0AC9942}" type="parTrans" cxnId="{F39AFA9E-37F6-42B3-B14D-D730FF346A91}">
      <dgm:prSet/>
      <dgm:spPr/>
      <dgm:t>
        <a:bodyPr/>
        <a:lstStyle/>
        <a:p>
          <a:endParaRPr lang="en-US"/>
        </a:p>
      </dgm:t>
    </dgm:pt>
    <dgm:pt modelId="{ACC6C9B5-8943-415C-AE2A-1E062FC16EE2}" type="sibTrans" cxnId="{F39AFA9E-37F6-42B3-B14D-D730FF346A91}">
      <dgm:prSet/>
      <dgm:spPr/>
      <dgm:t>
        <a:bodyPr/>
        <a:lstStyle/>
        <a:p>
          <a:endParaRPr lang="en-US"/>
        </a:p>
      </dgm:t>
    </dgm:pt>
    <dgm:pt modelId="{4B3BA1E4-791D-4EFA-80B5-58E8FE065501}">
      <dgm:prSet/>
      <dgm:spPr/>
      <dgm:t>
        <a:bodyPr/>
        <a:lstStyle/>
        <a:p>
          <a:r>
            <a:rPr lang="en-US"/>
            <a:t>Switched from MusicBrainz → Discogs to improve data quality and coverage</a:t>
          </a:r>
        </a:p>
      </dgm:t>
    </dgm:pt>
    <dgm:pt modelId="{0452819F-FE5B-43C3-B9A4-B5AD5A307AFC}" type="parTrans" cxnId="{A6BF7335-814C-4E59-8C3D-B6E2E456D08E}">
      <dgm:prSet/>
      <dgm:spPr/>
      <dgm:t>
        <a:bodyPr/>
        <a:lstStyle/>
        <a:p>
          <a:endParaRPr lang="en-US"/>
        </a:p>
      </dgm:t>
    </dgm:pt>
    <dgm:pt modelId="{6D673847-8CDF-40EC-996B-91297C0FF1DB}" type="sibTrans" cxnId="{A6BF7335-814C-4E59-8C3D-B6E2E456D08E}">
      <dgm:prSet/>
      <dgm:spPr/>
      <dgm:t>
        <a:bodyPr/>
        <a:lstStyle/>
        <a:p>
          <a:endParaRPr lang="en-US"/>
        </a:p>
      </dgm:t>
    </dgm:pt>
    <dgm:pt modelId="{66C54B3D-DEBC-4A95-B865-F52E58232225}">
      <dgm:prSet/>
      <dgm:spPr/>
      <dgm:t>
        <a:bodyPr/>
        <a:lstStyle/>
        <a:p>
          <a:r>
            <a:rPr lang="en-US"/>
            <a:t>Adopted Medallion architecture (raw/intermediate/gold) for logical organization</a:t>
          </a:r>
        </a:p>
      </dgm:t>
    </dgm:pt>
    <dgm:pt modelId="{9880766B-6276-4AB9-AFD5-1D49AAEB9543}" type="parTrans" cxnId="{C29A0F03-BAE4-493D-83E3-3D95FC18F000}">
      <dgm:prSet/>
      <dgm:spPr/>
      <dgm:t>
        <a:bodyPr/>
        <a:lstStyle/>
        <a:p>
          <a:endParaRPr lang="en-US"/>
        </a:p>
      </dgm:t>
    </dgm:pt>
    <dgm:pt modelId="{6CFA6521-8EE6-498F-97AD-183DD8269D1F}" type="sibTrans" cxnId="{C29A0F03-BAE4-493D-83E3-3D95FC18F000}">
      <dgm:prSet/>
      <dgm:spPr/>
      <dgm:t>
        <a:bodyPr/>
        <a:lstStyle/>
        <a:p>
          <a:endParaRPr lang="en-US"/>
        </a:p>
      </dgm:t>
    </dgm:pt>
    <dgm:pt modelId="{1A3CA3A6-D1B7-480F-BAB3-38BC5CC1FFAF}">
      <dgm:prSet/>
      <dgm:spPr/>
      <dgm:t>
        <a:bodyPr/>
        <a:lstStyle/>
        <a:p>
          <a:r>
            <a:rPr lang="en-US"/>
            <a:t>Introduced Bicep templates to replace complex ARM JSON</a:t>
          </a:r>
        </a:p>
      </dgm:t>
    </dgm:pt>
    <dgm:pt modelId="{DA2979C7-68CE-459F-BDFB-765435BAF646}" type="parTrans" cxnId="{F63E8138-1F9C-4971-A58F-FD52F866CDD0}">
      <dgm:prSet/>
      <dgm:spPr/>
      <dgm:t>
        <a:bodyPr/>
        <a:lstStyle/>
        <a:p>
          <a:endParaRPr lang="en-US"/>
        </a:p>
      </dgm:t>
    </dgm:pt>
    <dgm:pt modelId="{CED31B0E-981E-47F3-8722-B1477933CABC}" type="sibTrans" cxnId="{F63E8138-1F9C-4971-A58F-FD52F866CDD0}">
      <dgm:prSet/>
      <dgm:spPr/>
      <dgm:t>
        <a:bodyPr/>
        <a:lstStyle/>
        <a:p>
          <a:endParaRPr lang="en-US"/>
        </a:p>
      </dgm:t>
    </dgm:pt>
    <dgm:pt modelId="{3763EA09-F826-4265-80C5-BBB936AE12EE}">
      <dgm:prSet/>
      <dgm:spPr/>
      <dgm:t>
        <a:bodyPr/>
        <a:lstStyle/>
        <a:p>
          <a:r>
            <a:rPr lang="en-US"/>
            <a:t>Transitioned from relational tables → schema-on-read Parquet/JSON model</a:t>
          </a:r>
        </a:p>
      </dgm:t>
    </dgm:pt>
    <dgm:pt modelId="{1DCC93BD-68AA-4FC1-8153-57C5B279E362}" type="parTrans" cxnId="{BEB3B308-4D86-4166-BE0A-46B9F28CCADF}">
      <dgm:prSet/>
      <dgm:spPr/>
      <dgm:t>
        <a:bodyPr/>
        <a:lstStyle/>
        <a:p>
          <a:endParaRPr lang="en-US"/>
        </a:p>
      </dgm:t>
    </dgm:pt>
    <dgm:pt modelId="{017A9BD7-99D4-4A8F-BBBE-5B5BE2D403D5}" type="sibTrans" cxnId="{BEB3B308-4D86-4166-BE0A-46B9F28CCADF}">
      <dgm:prSet/>
      <dgm:spPr/>
      <dgm:t>
        <a:bodyPr/>
        <a:lstStyle/>
        <a:p>
          <a:endParaRPr lang="en-US"/>
        </a:p>
      </dgm:t>
    </dgm:pt>
    <dgm:pt modelId="{ECF609EC-A855-4435-902B-0F6A7AD56644}">
      <dgm:prSet/>
      <dgm:spPr/>
      <dgm:t>
        <a:bodyPr/>
        <a:lstStyle/>
        <a:p>
          <a:r>
            <a:rPr lang="en-US"/>
            <a:t>Implemented Databricks bootstrap step to ensure environment consistency</a:t>
          </a:r>
        </a:p>
      </dgm:t>
    </dgm:pt>
    <dgm:pt modelId="{73A41E92-DBDA-4CFB-9DC7-3058AB01146C}" type="parTrans" cxnId="{4D6F9BA8-65E9-4CF1-B97E-E06436BAF104}">
      <dgm:prSet/>
      <dgm:spPr/>
      <dgm:t>
        <a:bodyPr/>
        <a:lstStyle/>
        <a:p>
          <a:endParaRPr lang="en-US"/>
        </a:p>
      </dgm:t>
    </dgm:pt>
    <dgm:pt modelId="{DA3273EC-7F1E-4CB9-B3C9-0E8D7990BA17}" type="sibTrans" cxnId="{4D6F9BA8-65E9-4CF1-B97E-E06436BAF104}">
      <dgm:prSet/>
      <dgm:spPr/>
      <dgm:t>
        <a:bodyPr/>
        <a:lstStyle/>
        <a:p>
          <a:endParaRPr lang="en-US"/>
        </a:p>
      </dgm:t>
    </dgm:pt>
    <dgm:pt modelId="{ECA1C3EC-980D-44FD-A26C-FB8C3B1ADF4D}" type="pres">
      <dgm:prSet presAssocID="{66B0DFC5-A932-4F3D-AF51-D139E5E8EF8E}" presName="root" presStyleCnt="0">
        <dgm:presLayoutVars>
          <dgm:dir/>
          <dgm:resizeHandles val="exact"/>
        </dgm:presLayoutVars>
      </dgm:prSet>
      <dgm:spPr/>
    </dgm:pt>
    <dgm:pt modelId="{7A885C68-541C-4CE7-B5C9-8825ECD7FFD7}" type="pres">
      <dgm:prSet presAssocID="{3F38FE32-41FF-4951-A557-9373BB26E60F}" presName="compNode" presStyleCnt="0"/>
      <dgm:spPr/>
    </dgm:pt>
    <dgm:pt modelId="{8449C144-C74B-4C1C-ACA8-D5D844B34F04}" type="pres">
      <dgm:prSet presAssocID="{3F38FE32-41FF-4951-A557-9373BB26E60F}" presName="bgRect" presStyleLbl="bgShp" presStyleIdx="0" presStyleCnt="6"/>
      <dgm:spPr/>
    </dgm:pt>
    <dgm:pt modelId="{2C68A8B6-CF02-43E0-8454-880ACA513D72}" type="pres">
      <dgm:prSet presAssocID="{3F38FE32-41FF-4951-A557-9373BB26E60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973FC31-5F01-4291-A2A7-3878A56872B3}" type="pres">
      <dgm:prSet presAssocID="{3F38FE32-41FF-4951-A557-9373BB26E60F}" presName="spaceRect" presStyleCnt="0"/>
      <dgm:spPr/>
    </dgm:pt>
    <dgm:pt modelId="{B4B084EF-9C14-493E-B6D4-2A3304255C6D}" type="pres">
      <dgm:prSet presAssocID="{3F38FE32-41FF-4951-A557-9373BB26E60F}" presName="parTx" presStyleLbl="revTx" presStyleIdx="0" presStyleCnt="6">
        <dgm:presLayoutVars>
          <dgm:chMax val="0"/>
          <dgm:chPref val="0"/>
        </dgm:presLayoutVars>
      </dgm:prSet>
      <dgm:spPr/>
    </dgm:pt>
    <dgm:pt modelId="{4EBA3293-1CB6-49DC-B485-448F92FABFE4}" type="pres">
      <dgm:prSet presAssocID="{ACC6C9B5-8943-415C-AE2A-1E062FC16EE2}" presName="sibTrans" presStyleCnt="0"/>
      <dgm:spPr/>
    </dgm:pt>
    <dgm:pt modelId="{4088FCBC-146C-46FD-A97D-1C53BEDAB542}" type="pres">
      <dgm:prSet presAssocID="{4B3BA1E4-791D-4EFA-80B5-58E8FE065501}" presName="compNode" presStyleCnt="0"/>
      <dgm:spPr/>
    </dgm:pt>
    <dgm:pt modelId="{D5C4B69E-EDEC-4383-AA53-AE8F0E56D1BD}" type="pres">
      <dgm:prSet presAssocID="{4B3BA1E4-791D-4EFA-80B5-58E8FE065501}" presName="bgRect" presStyleLbl="bgShp" presStyleIdx="1" presStyleCnt="6"/>
      <dgm:spPr/>
    </dgm:pt>
    <dgm:pt modelId="{308F97B3-04A3-4C23-BC57-2F2DDA42DDC0}" type="pres">
      <dgm:prSet presAssocID="{4B3BA1E4-791D-4EFA-80B5-58E8FE06550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A66C947-527D-4F84-AE09-9543254A5858}" type="pres">
      <dgm:prSet presAssocID="{4B3BA1E4-791D-4EFA-80B5-58E8FE065501}" presName="spaceRect" presStyleCnt="0"/>
      <dgm:spPr/>
    </dgm:pt>
    <dgm:pt modelId="{13475123-25D5-471A-9B82-E68BE306488C}" type="pres">
      <dgm:prSet presAssocID="{4B3BA1E4-791D-4EFA-80B5-58E8FE065501}" presName="parTx" presStyleLbl="revTx" presStyleIdx="1" presStyleCnt="6">
        <dgm:presLayoutVars>
          <dgm:chMax val="0"/>
          <dgm:chPref val="0"/>
        </dgm:presLayoutVars>
      </dgm:prSet>
      <dgm:spPr/>
    </dgm:pt>
    <dgm:pt modelId="{17678DED-CB07-4614-8903-B26CE428A034}" type="pres">
      <dgm:prSet presAssocID="{6D673847-8CDF-40EC-996B-91297C0FF1DB}" presName="sibTrans" presStyleCnt="0"/>
      <dgm:spPr/>
    </dgm:pt>
    <dgm:pt modelId="{FB88FAE3-D4E9-4AFE-B1BE-C87C4852AA10}" type="pres">
      <dgm:prSet presAssocID="{66C54B3D-DEBC-4A95-B865-F52E58232225}" presName="compNode" presStyleCnt="0"/>
      <dgm:spPr/>
    </dgm:pt>
    <dgm:pt modelId="{3EF7C3B8-FBB1-4626-A5B7-67F5E45306FF}" type="pres">
      <dgm:prSet presAssocID="{66C54B3D-DEBC-4A95-B865-F52E58232225}" presName="bgRect" presStyleLbl="bgShp" presStyleIdx="2" presStyleCnt="6"/>
      <dgm:spPr/>
    </dgm:pt>
    <dgm:pt modelId="{BD7E685C-0F38-4D6C-923B-627D89B9D824}" type="pres">
      <dgm:prSet presAssocID="{66C54B3D-DEBC-4A95-B865-F52E5823222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56D4011D-A444-4D00-A295-05D005993796}" type="pres">
      <dgm:prSet presAssocID="{66C54B3D-DEBC-4A95-B865-F52E58232225}" presName="spaceRect" presStyleCnt="0"/>
      <dgm:spPr/>
    </dgm:pt>
    <dgm:pt modelId="{DD1535F8-BE42-4A3B-8EEE-B4BEC888172E}" type="pres">
      <dgm:prSet presAssocID="{66C54B3D-DEBC-4A95-B865-F52E58232225}" presName="parTx" presStyleLbl="revTx" presStyleIdx="2" presStyleCnt="6">
        <dgm:presLayoutVars>
          <dgm:chMax val="0"/>
          <dgm:chPref val="0"/>
        </dgm:presLayoutVars>
      </dgm:prSet>
      <dgm:spPr/>
    </dgm:pt>
    <dgm:pt modelId="{201129F0-DA42-44AA-A2A5-1CBACAFA99C4}" type="pres">
      <dgm:prSet presAssocID="{6CFA6521-8EE6-498F-97AD-183DD8269D1F}" presName="sibTrans" presStyleCnt="0"/>
      <dgm:spPr/>
    </dgm:pt>
    <dgm:pt modelId="{99270005-14A7-4221-8315-19262826E142}" type="pres">
      <dgm:prSet presAssocID="{1A3CA3A6-D1B7-480F-BAB3-38BC5CC1FFAF}" presName="compNode" presStyleCnt="0"/>
      <dgm:spPr/>
    </dgm:pt>
    <dgm:pt modelId="{19C14F58-BF29-4AEA-A0BC-27CFB078C54A}" type="pres">
      <dgm:prSet presAssocID="{1A3CA3A6-D1B7-480F-BAB3-38BC5CC1FFAF}" presName="bgRect" presStyleLbl="bgShp" presStyleIdx="3" presStyleCnt="6"/>
      <dgm:spPr/>
    </dgm:pt>
    <dgm:pt modelId="{ED3538D9-6F36-421C-B3A1-9A877409601C}" type="pres">
      <dgm:prSet presAssocID="{1A3CA3A6-D1B7-480F-BAB3-38BC5CC1FFA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0F43372-835E-4261-ADEC-7E4325F4E419}" type="pres">
      <dgm:prSet presAssocID="{1A3CA3A6-D1B7-480F-BAB3-38BC5CC1FFAF}" presName="spaceRect" presStyleCnt="0"/>
      <dgm:spPr/>
    </dgm:pt>
    <dgm:pt modelId="{4FF65312-AF4D-4B50-AFDF-50196767D042}" type="pres">
      <dgm:prSet presAssocID="{1A3CA3A6-D1B7-480F-BAB3-38BC5CC1FFAF}" presName="parTx" presStyleLbl="revTx" presStyleIdx="3" presStyleCnt="6">
        <dgm:presLayoutVars>
          <dgm:chMax val="0"/>
          <dgm:chPref val="0"/>
        </dgm:presLayoutVars>
      </dgm:prSet>
      <dgm:spPr/>
    </dgm:pt>
    <dgm:pt modelId="{66946654-EC63-4276-A073-6FFB6C37345A}" type="pres">
      <dgm:prSet presAssocID="{CED31B0E-981E-47F3-8722-B1477933CABC}" presName="sibTrans" presStyleCnt="0"/>
      <dgm:spPr/>
    </dgm:pt>
    <dgm:pt modelId="{8F5164D9-4E26-4559-9787-2A685C08139F}" type="pres">
      <dgm:prSet presAssocID="{3763EA09-F826-4265-80C5-BBB936AE12EE}" presName="compNode" presStyleCnt="0"/>
      <dgm:spPr/>
    </dgm:pt>
    <dgm:pt modelId="{EF9E28CB-731F-46FD-B2C1-0EC8D07C9A0F}" type="pres">
      <dgm:prSet presAssocID="{3763EA09-F826-4265-80C5-BBB936AE12EE}" presName="bgRect" presStyleLbl="bgShp" presStyleIdx="4" presStyleCnt="6"/>
      <dgm:spPr/>
    </dgm:pt>
    <dgm:pt modelId="{79E5A67F-A435-4395-9BCF-A487186870C4}" type="pres">
      <dgm:prSet presAssocID="{3763EA09-F826-4265-80C5-BBB936AE12E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CA13CCE-8DF6-4E70-9883-34A575504E50}" type="pres">
      <dgm:prSet presAssocID="{3763EA09-F826-4265-80C5-BBB936AE12EE}" presName="spaceRect" presStyleCnt="0"/>
      <dgm:spPr/>
    </dgm:pt>
    <dgm:pt modelId="{F5FC408E-54EB-4676-B651-33D9B99986CA}" type="pres">
      <dgm:prSet presAssocID="{3763EA09-F826-4265-80C5-BBB936AE12EE}" presName="parTx" presStyleLbl="revTx" presStyleIdx="4" presStyleCnt="6">
        <dgm:presLayoutVars>
          <dgm:chMax val="0"/>
          <dgm:chPref val="0"/>
        </dgm:presLayoutVars>
      </dgm:prSet>
      <dgm:spPr/>
    </dgm:pt>
    <dgm:pt modelId="{2DB7CB11-91F1-4F7A-9FAD-8FEB8B06AFA5}" type="pres">
      <dgm:prSet presAssocID="{017A9BD7-99D4-4A8F-BBBE-5B5BE2D403D5}" presName="sibTrans" presStyleCnt="0"/>
      <dgm:spPr/>
    </dgm:pt>
    <dgm:pt modelId="{CC828C76-5103-4E3B-BCEA-45D11F1CBCBA}" type="pres">
      <dgm:prSet presAssocID="{ECF609EC-A855-4435-902B-0F6A7AD56644}" presName="compNode" presStyleCnt="0"/>
      <dgm:spPr/>
    </dgm:pt>
    <dgm:pt modelId="{4FC2E7C5-E5CE-4527-A06E-FA45CAB5940F}" type="pres">
      <dgm:prSet presAssocID="{ECF609EC-A855-4435-902B-0F6A7AD56644}" presName="bgRect" presStyleLbl="bgShp" presStyleIdx="5" presStyleCnt="6"/>
      <dgm:spPr/>
    </dgm:pt>
    <dgm:pt modelId="{17A78A44-5DBA-425C-AB4E-CF804AB2C42C}" type="pres">
      <dgm:prSet presAssocID="{ECF609EC-A855-4435-902B-0F6A7AD5664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70AC195-18E4-4BF7-B3B9-208FEC2C860E}" type="pres">
      <dgm:prSet presAssocID="{ECF609EC-A855-4435-902B-0F6A7AD56644}" presName="spaceRect" presStyleCnt="0"/>
      <dgm:spPr/>
    </dgm:pt>
    <dgm:pt modelId="{1BDB1778-6592-42D3-B48C-D7FBCBB76C74}" type="pres">
      <dgm:prSet presAssocID="{ECF609EC-A855-4435-902B-0F6A7AD5664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29A0F03-BAE4-493D-83E3-3D95FC18F000}" srcId="{66B0DFC5-A932-4F3D-AF51-D139E5E8EF8E}" destId="{66C54B3D-DEBC-4A95-B865-F52E58232225}" srcOrd="2" destOrd="0" parTransId="{9880766B-6276-4AB9-AFD5-1D49AAEB9543}" sibTransId="{6CFA6521-8EE6-498F-97AD-183DD8269D1F}"/>
    <dgm:cxn modelId="{BEB3B308-4D86-4166-BE0A-46B9F28CCADF}" srcId="{66B0DFC5-A932-4F3D-AF51-D139E5E8EF8E}" destId="{3763EA09-F826-4265-80C5-BBB936AE12EE}" srcOrd="4" destOrd="0" parTransId="{1DCC93BD-68AA-4FC1-8153-57C5B279E362}" sibTransId="{017A9BD7-99D4-4A8F-BBBE-5B5BE2D403D5}"/>
    <dgm:cxn modelId="{05CC842B-8289-4DCF-AF06-251E7B6E43D0}" type="presOf" srcId="{66B0DFC5-A932-4F3D-AF51-D139E5E8EF8E}" destId="{ECA1C3EC-980D-44FD-A26C-FB8C3B1ADF4D}" srcOrd="0" destOrd="0" presId="urn:microsoft.com/office/officeart/2018/2/layout/IconVerticalSolidList"/>
    <dgm:cxn modelId="{A360CF34-6678-4E96-9BA1-1C6EF3143D0F}" type="presOf" srcId="{3763EA09-F826-4265-80C5-BBB936AE12EE}" destId="{F5FC408E-54EB-4676-B651-33D9B99986CA}" srcOrd="0" destOrd="0" presId="urn:microsoft.com/office/officeart/2018/2/layout/IconVerticalSolidList"/>
    <dgm:cxn modelId="{A6BF7335-814C-4E59-8C3D-B6E2E456D08E}" srcId="{66B0DFC5-A932-4F3D-AF51-D139E5E8EF8E}" destId="{4B3BA1E4-791D-4EFA-80B5-58E8FE065501}" srcOrd="1" destOrd="0" parTransId="{0452819F-FE5B-43C3-B9A4-B5AD5A307AFC}" sibTransId="{6D673847-8CDF-40EC-996B-91297C0FF1DB}"/>
    <dgm:cxn modelId="{F63E8138-1F9C-4971-A58F-FD52F866CDD0}" srcId="{66B0DFC5-A932-4F3D-AF51-D139E5E8EF8E}" destId="{1A3CA3A6-D1B7-480F-BAB3-38BC5CC1FFAF}" srcOrd="3" destOrd="0" parTransId="{DA2979C7-68CE-459F-BDFB-765435BAF646}" sibTransId="{CED31B0E-981E-47F3-8722-B1477933CABC}"/>
    <dgm:cxn modelId="{661F165B-369F-4911-8D9A-6523330AD6F3}" type="presOf" srcId="{4B3BA1E4-791D-4EFA-80B5-58E8FE065501}" destId="{13475123-25D5-471A-9B82-E68BE306488C}" srcOrd="0" destOrd="0" presId="urn:microsoft.com/office/officeart/2018/2/layout/IconVerticalSolidList"/>
    <dgm:cxn modelId="{686D785B-DAB8-4CF2-A5EB-2A733CAB117C}" type="presOf" srcId="{66C54B3D-DEBC-4A95-B865-F52E58232225}" destId="{DD1535F8-BE42-4A3B-8EEE-B4BEC888172E}" srcOrd="0" destOrd="0" presId="urn:microsoft.com/office/officeart/2018/2/layout/IconVerticalSolidList"/>
    <dgm:cxn modelId="{94BBBE6C-2DA0-4E2C-925E-376886B90DDF}" type="presOf" srcId="{ECF609EC-A855-4435-902B-0F6A7AD56644}" destId="{1BDB1778-6592-42D3-B48C-D7FBCBB76C74}" srcOrd="0" destOrd="0" presId="urn:microsoft.com/office/officeart/2018/2/layout/IconVerticalSolidList"/>
    <dgm:cxn modelId="{60FBCC7A-FDDA-45DF-97EE-F66265A18A17}" type="presOf" srcId="{3F38FE32-41FF-4951-A557-9373BB26E60F}" destId="{B4B084EF-9C14-493E-B6D4-2A3304255C6D}" srcOrd="0" destOrd="0" presId="urn:microsoft.com/office/officeart/2018/2/layout/IconVerticalSolidList"/>
    <dgm:cxn modelId="{F39AFA9E-37F6-42B3-B14D-D730FF346A91}" srcId="{66B0DFC5-A932-4F3D-AF51-D139E5E8EF8E}" destId="{3F38FE32-41FF-4951-A557-9373BB26E60F}" srcOrd="0" destOrd="0" parTransId="{45D7DBEE-A50D-4B49-B679-4918E0AC9942}" sibTransId="{ACC6C9B5-8943-415C-AE2A-1E062FC16EE2}"/>
    <dgm:cxn modelId="{4D6F9BA8-65E9-4CF1-B97E-E06436BAF104}" srcId="{66B0DFC5-A932-4F3D-AF51-D139E5E8EF8E}" destId="{ECF609EC-A855-4435-902B-0F6A7AD56644}" srcOrd="5" destOrd="0" parTransId="{73A41E92-DBDA-4CFB-9DC7-3058AB01146C}" sibTransId="{DA3273EC-7F1E-4CB9-B3C9-0E8D7990BA17}"/>
    <dgm:cxn modelId="{57D531AD-B65A-4AE5-8FEA-62655CBAF17E}" type="presOf" srcId="{1A3CA3A6-D1B7-480F-BAB3-38BC5CC1FFAF}" destId="{4FF65312-AF4D-4B50-AFDF-50196767D042}" srcOrd="0" destOrd="0" presId="urn:microsoft.com/office/officeart/2018/2/layout/IconVerticalSolidList"/>
    <dgm:cxn modelId="{69C8C2AD-2B94-47E2-9585-2A0C1F0DAC29}" type="presParOf" srcId="{ECA1C3EC-980D-44FD-A26C-FB8C3B1ADF4D}" destId="{7A885C68-541C-4CE7-B5C9-8825ECD7FFD7}" srcOrd="0" destOrd="0" presId="urn:microsoft.com/office/officeart/2018/2/layout/IconVerticalSolidList"/>
    <dgm:cxn modelId="{187C1900-19A0-426F-9025-FC73651E4349}" type="presParOf" srcId="{7A885C68-541C-4CE7-B5C9-8825ECD7FFD7}" destId="{8449C144-C74B-4C1C-ACA8-D5D844B34F04}" srcOrd="0" destOrd="0" presId="urn:microsoft.com/office/officeart/2018/2/layout/IconVerticalSolidList"/>
    <dgm:cxn modelId="{3FF9EDD7-C6B6-49E1-83E8-22B5BB053563}" type="presParOf" srcId="{7A885C68-541C-4CE7-B5C9-8825ECD7FFD7}" destId="{2C68A8B6-CF02-43E0-8454-880ACA513D72}" srcOrd="1" destOrd="0" presId="urn:microsoft.com/office/officeart/2018/2/layout/IconVerticalSolidList"/>
    <dgm:cxn modelId="{C8014131-944D-4277-A5DD-0351C54603CA}" type="presParOf" srcId="{7A885C68-541C-4CE7-B5C9-8825ECD7FFD7}" destId="{B973FC31-5F01-4291-A2A7-3878A56872B3}" srcOrd="2" destOrd="0" presId="urn:microsoft.com/office/officeart/2018/2/layout/IconVerticalSolidList"/>
    <dgm:cxn modelId="{490F40BA-6509-4AA8-93DB-212759E7C360}" type="presParOf" srcId="{7A885C68-541C-4CE7-B5C9-8825ECD7FFD7}" destId="{B4B084EF-9C14-493E-B6D4-2A3304255C6D}" srcOrd="3" destOrd="0" presId="urn:microsoft.com/office/officeart/2018/2/layout/IconVerticalSolidList"/>
    <dgm:cxn modelId="{A9E3BF3B-656F-4DC7-9735-AA817876491F}" type="presParOf" srcId="{ECA1C3EC-980D-44FD-A26C-FB8C3B1ADF4D}" destId="{4EBA3293-1CB6-49DC-B485-448F92FABFE4}" srcOrd="1" destOrd="0" presId="urn:microsoft.com/office/officeart/2018/2/layout/IconVerticalSolidList"/>
    <dgm:cxn modelId="{8390A6AE-6657-4E02-AA77-0CA1E6B14A27}" type="presParOf" srcId="{ECA1C3EC-980D-44FD-A26C-FB8C3B1ADF4D}" destId="{4088FCBC-146C-46FD-A97D-1C53BEDAB542}" srcOrd="2" destOrd="0" presId="urn:microsoft.com/office/officeart/2018/2/layout/IconVerticalSolidList"/>
    <dgm:cxn modelId="{95EF8A30-C0AE-4652-9C57-189BD80D03A2}" type="presParOf" srcId="{4088FCBC-146C-46FD-A97D-1C53BEDAB542}" destId="{D5C4B69E-EDEC-4383-AA53-AE8F0E56D1BD}" srcOrd="0" destOrd="0" presId="urn:microsoft.com/office/officeart/2018/2/layout/IconVerticalSolidList"/>
    <dgm:cxn modelId="{55D6395E-0B04-47C2-910D-3FB3E35F5AF4}" type="presParOf" srcId="{4088FCBC-146C-46FD-A97D-1C53BEDAB542}" destId="{308F97B3-04A3-4C23-BC57-2F2DDA42DDC0}" srcOrd="1" destOrd="0" presId="urn:microsoft.com/office/officeart/2018/2/layout/IconVerticalSolidList"/>
    <dgm:cxn modelId="{632822D5-EB55-41AE-98B2-BFF8B38422AA}" type="presParOf" srcId="{4088FCBC-146C-46FD-A97D-1C53BEDAB542}" destId="{EA66C947-527D-4F84-AE09-9543254A5858}" srcOrd="2" destOrd="0" presId="urn:microsoft.com/office/officeart/2018/2/layout/IconVerticalSolidList"/>
    <dgm:cxn modelId="{7F60F03C-53DD-4B41-AF45-3E60E127D220}" type="presParOf" srcId="{4088FCBC-146C-46FD-A97D-1C53BEDAB542}" destId="{13475123-25D5-471A-9B82-E68BE306488C}" srcOrd="3" destOrd="0" presId="urn:microsoft.com/office/officeart/2018/2/layout/IconVerticalSolidList"/>
    <dgm:cxn modelId="{59E6C974-0054-4841-BDFF-51AA03DE03F7}" type="presParOf" srcId="{ECA1C3EC-980D-44FD-A26C-FB8C3B1ADF4D}" destId="{17678DED-CB07-4614-8903-B26CE428A034}" srcOrd="3" destOrd="0" presId="urn:microsoft.com/office/officeart/2018/2/layout/IconVerticalSolidList"/>
    <dgm:cxn modelId="{9A9AB4B6-065A-41A7-BFE2-9D88FBC710CF}" type="presParOf" srcId="{ECA1C3EC-980D-44FD-A26C-FB8C3B1ADF4D}" destId="{FB88FAE3-D4E9-4AFE-B1BE-C87C4852AA10}" srcOrd="4" destOrd="0" presId="urn:microsoft.com/office/officeart/2018/2/layout/IconVerticalSolidList"/>
    <dgm:cxn modelId="{99A3F6CE-BCE2-4792-91B7-E11EE0E8DF57}" type="presParOf" srcId="{FB88FAE3-D4E9-4AFE-B1BE-C87C4852AA10}" destId="{3EF7C3B8-FBB1-4626-A5B7-67F5E45306FF}" srcOrd="0" destOrd="0" presId="urn:microsoft.com/office/officeart/2018/2/layout/IconVerticalSolidList"/>
    <dgm:cxn modelId="{BA13156D-ECAA-4D9E-9C54-685DA355B09F}" type="presParOf" srcId="{FB88FAE3-D4E9-4AFE-B1BE-C87C4852AA10}" destId="{BD7E685C-0F38-4D6C-923B-627D89B9D824}" srcOrd="1" destOrd="0" presId="urn:microsoft.com/office/officeart/2018/2/layout/IconVerticalSolidList"/>
    <dgm:cxn modelId="{B6E77E2E-2AB8-4606-800A-92B6324139C1}" type="presParOf" srcId="{FB88FAE3-D4E9-4AFE-B1BE-C87C4852AA10}" destId="{56D4011D-A444-4D00-A295-05D005993796}" srcOrd="2" destOrd="0" presId="urn:microsoft.com/office/officeart/2018/2/layout/IconVerticalSolidList"/>
    <dgm:cxn modelId="{DEAF06FB-8616-420D-B559-141DE0D7ECCB}" type="presParOf" srcId="{FB88FAE3-D4E9-4AFE-B1BE-C87C4852AA10}" destId="{DD1535F8-BE42-4A3B-8EEE-B4BEC888172E}" srcOrd="3" destOrd="0" presId="urn:microsoft.com/office/officeart/2018/2/layout/IconVerticalSolidList"/>
    <dgm:cxn modelId="{4816CFFF-7977-406C-B972-5AA178CDCC61}" type="presParOf" srcId="{ECA1C3EC-980D-44FD-A26C-FB8C3B1ADF4D}" destId="{201129F0-DA42-44AA-A2A5-1CBACAFA99C4}" srcOrd="5" destOrd="0" presId="urn:microsoft.com/office/officeart/2018/2/layout/IconVerticalSolidList"/>
    <dgm:cxn modelId="{74608141-CDEE-4D53-A895-9A4D181C9D72}" type="presParOf" srcId="{ECA1C3EC-980D-44FD-A26C-FB8C3B1ADF4D}" destId="{99270005-14A7-4221-8315-19262826E142}" srcOrd="6" destOrd="0" presId="urn:microsoft.com/office/officeart/2018/2/layout/IconVerticalSolidList"/>
    <dgm:cxn modelId="{B34B139B-D573-4F71-BB48-4E4EFD42D057}" type="presParOf" srcId="{99270005-14A7-4221-8315-19262826E142}" destId="{19C14F58-BF29-4AEA-A0BC-27CFB078C54A}" srcOrd="0" destOrd="0" presId="urn:microsoft.com/office/officeart/2018/2/layout/IconVerticalSolidList"/>
    <dgm:cxn modelId="{5B21EAEF-9E1B-4456-8ED1-83599F562C6B}" type="presParOf" srcId="{99270005-14A7-4221-8315-19262826E142}" destId="{ED3538D9-6F36-421C-B3A1-9A877409601C}" srcOrd="1" destOrd="0" presId="urn:microsoft.com/office/officeart/2018/2/layout/IconVerticalSolidList"/>
    <dgm:cxn modelId="{26A85B9A-2AE6-4463-AB3D-D48AC751D58B}" type="presParOf" srcId="{99270005-14A7-4221-8315-19262826E142}" destId="{A0F43372-835E-4261-ADEC-7E4325F4E419}" srcOrd="2" destOrd="0" presId="urn:microsoft.com/office/officeart/2018/2/layout/IconVerticalSolidList"/>
    <dgm:cxn modelId="{28AB091D-4315-4122-8936-ABED6FA0D6BC}" type="presParOf" srcId="{99270005-14A7-4221-8315-19262826E142}" destId="{4FF65312-AF4D-4B50-AFDF-50196767D042}" srcOrd="3" destOrd="0" presId="urn:microsoft.com/office/officeart/2018/2/layout/IconVerticalSolidList"/>
    <dgm:cxn modelId="{9EC5EB3A-ACDB-429F-BB0E-B33F76B0527F}" type="presParOf" srcId="{ECA1C3EC-980D-44FD-A26C-FB8C3B1ADF4D}" destId="{66946654-EC63-4276-A073-6FFB6C37345A}" srcOrd="7" destOrd="0" presId="urn:microsoft.com/office/officeart/2018/2/layout/IconVerticalSolidList"/>
    <dgm:cxn modelId="{C1957FCE-28BC-4CA9-B3B4-4A29BB1FCFCA}" type="presParOf" srcId="{ECA1C3EC-980D-44FD-A26C-FB8C3B1ADF4D}" destId="{8F5164D9-4E26-4559-9787-2A685C08139F}" srcOrd="8" destOrd="0" presId="urn:microsoft.com/office/officeart/2018/2/layout/IconVerticalSolidList"/>
    <dgm:cxn modelId="{15D02934-1CDD-4C08-952D-07DEA14361E4}" type="presParOf" srcId="{8F5164D9-4E26-4559-9787-2A685C08139F}" destId="{EF9E28CB-731F-46FD-B2C1-0EC8D07C9A0F}" srcOrd="0" destOrd="0" presId="urn:microsoft.com/office/officeart/2018/2/layout/IconVerticalSolidList"/>
    <dgm:cxn modelId="{6D39C815-C2D6-419B-AAE2-7C055127F89E}" type="presParOf" srcId="{8F5164D9-4E26-4559-9787-2A685C08139F}" destId="{79E5A67F-A435-4395-9BCF-A487186870C4}" srcOrd="1" destOrd="0" presId="urn:microsoft.com/office/officeart/2018/2/layout/IconVerticalSolidList"/>
    <dgm:cxn modelId="{8A9B1A64-3C5B-48C7-9A31-0851B7A60441}" type="presParOf" srcId="{8F5164D9-4E26-4559-9787-2A685C08139F}" destId="{1CA13CCE-8DF6-4E70-9883-34A575504E50}" srcOrd="2" destOrd="0" presId="urn:microsoft.com/office/officeart/2018/2/layout/IconVerticalSolidList"/>
    <dgm:cxn modelId="{5B0AF3BB-0ED8-4E4A-823C-10BCFD9A29CD}" type="presParOf" srcId="{8F5164D9-4E26-4559-9787-2A685C08139F}" destId="{F5FC408E-54EB-4676-B651-33D9B99986CA}" srcOrd="3" destOrd="0" presId="urn:microsoft.com/office/officeart/2018/2/layout/IconVerticalSolidList"/>
    <dgm:cxn modelId="{C98FD636-CC74-421A-AA08-4DB31AE2C286}" type="presParOf" srcId="{ECA1C3EC-980D-44FD-A26C-FB8C3B1ADF4D}" destId="{2DB7CB11-91F1-4F7A-9FAD-8FEB8B06AFA5}" srcOrd="9" destOrd="0" presId="urn:microsoft.com/office/officeart/2018/2/layout/IconVerticalSolidList"/>
    <dgm:cxn modelId="{8B5E90B5-2AAA-474E-9305-C798EEF126B0}" type="presParOf" srcId="{ECA1C3EC-980D-44FD-A26C-FB8C3B1ADF4D}" destId="{CC828C76-5103-4E3B-BCEA-45D11F1CBCBA}" srcOrd="10" destOrd="0" presId="urn:microsoft.com/office/officeart/2018/2/layout/IconVerticalSolidList"/>
    <dgm:cxn modelId="{D64EA8B8-C18B-4116-BB36-55C392405455}" type="presParOf" srcId="{CC828C76-5103-4E3B-BCEA-45D11F1CBCBA}" destId="{4FC2E7C5-E5CE-4527-A06E-FA45CAB5940F}" srcOrd="0" destOrd="0" presId="urn:microsoft.com/office/officeart/2018/2/layout/IconVerticalSolidList"/>
    <dgm:cxn modelId="{BABBFDBC-11C5-4615-AA6C-4B840728C992}" type="presParOf" srcId="{CC828C76-5103-4E3B-BCEA-45D11F1CBCBA}" destId="{17A78A44-5DBA-425C-AB4E-CF804AB2C42C}" srcOrd="1" destOrd="0" presId="urn:microsoft.com/office/officeart/2018/2/layout/IconVerticalSolidList"/>
    <dgm:cxn modelId="{373553AB-1588-4538-A94A-60A3FF6E1010}" type="presParOf" srcId="{CC828C76-5103-4E3B-BCEA-45D11F1CBCBA}" destId="{F70AC195-18E4-4BF7-B3B9-208FEC2C860E}" srcOrd="2" destOrd="0" presId="urn:microsoft.com/office/officeart/2018/2/layout/IconVerticalSolidList"/>
    <dgm:cxn modelId="{DA6DACAE-C2E4-4E95-A2F5-EDBD54257232}" type="presParOf" srcId="{CC828C76-5103-4E3B-BCEA-45D11F1CBCBA}" destId="{1BDB1778-6592-42D3-B48C-D7FBCBB76C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872B442-E36B-4E42-B332-9CEEA24F035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184B1D-5624-4AA0-A6AA-826309415D4B}">
      <dgm:prSet/>
      <dgm:spPr/>
      <dgm:t>
        <a:bodyPr/>
        <a:lstStyle/>
        <a:p>
          <a:pPr>
            <a:defRPr cap="all"/>
          </a:pPr>
          <a:r>
            <a:rPr lang="en-US"/>
            <a:t>Lessons Learned</a:t>
          </a:r>
        </a:p>
      </dgm:t>
    </dgm:pt>
    <dgm:pt modelId="{4EC87C51-CF27-4AEA-914B-12D4C1081C57}" type="parTrans" cxnId="{186CD5B0-1E58-42BF-97AA-F287AB02F9FD}">
      <dgm:prSet/>
      <dgm:spPr/>
      <dgm:t>
        <a:bodyPr/>
        <a:lstStyle/>
        <a:p>
          <a:endParaRPr lang="en-US"/>
        </a:p>
      </dgm:t>
    </dgm:pt>
    <dgm:pt modelId="{16A2EE1E-8627-441C-9B3D-6943298D3F99}" type="sibTrans" cxnId="{186CD5B0-1E58-42BF-97AA-F287AB02F9FD}">
      <dgm:prSet/>
      <dgm:spPr/>
      <dgm:t>
        <a:bodyPr/>
        <a:lstStyle/>
        <a:p>
          <a:endParaRPr lang="en-US"/>
        </a:p>
      </dgm:t>
    </dgm:pt>
    <dgm:pt modelId="{7A1790DB-81AD-46DB-92DE-2F42694C5E8E}">
      <dgm:prSet/>
      <dgm:spPr/>
      <dgm:t>
        <a:bodyPr/>
        <a:lstStyle/>
        <a:p>
          <a:pPr>
            <a:defRPr cap="all"/>
          </a:pPr>
          <a:r>
            <a:rPr lang="en-US"/>
            <a:t>Databricks cluster resets require on-demand environment setup</a:t>
          </a:r>
        </a:p>
      </dgm:t>
    </dgm:pt>
    <dgm:pt modelId="{54F8A65A-A3C4-4AFA-9007-E9A33E6F95E4}" type="parTrans" cxnId="{C8A3EDC9-7624-40D4-A50A-1D297B9B7EDE}">
      <dgm:prSet/>
      <dgm:spPr/>
      <dgm:t>
        <a:bodyPr/>
        <a:lstStyle/>
        <a:p>
          <a:endParaRPr lang="en-US"/>
        </a:p>
      </dgm:t>
    </dgm:pt>
    <dgm:pt modelId="{49F36BC7-D964-41A1-94CC-A9D47E89D4B7}" type="sibTrans" cxnId="{C8A3EDC9-7624-40D4-A50A-1D297B9B7EDE}">
      <dgm:prSet/>
      <dgm:spPr/>
      <dgm:t>
        <a:bodyPr/>
        <a:lstStyle/>
        <a:p>
          <a:endParaRPr lang="en-US"/>
        </a:p>
      </dgm:t>
    </dgm:pt>
    <dgm:pt modelId="{5661BE68-309F-4F16-BC78-F998DF81BB76}">
      <dgm:prSet/>
      <dgm:spPr/>
      <dgm:t>
        <a:bodyPr/>
        <a:lstStyle/>
        <a:p>
          <a:pPr>
            <a:defRPr cap="all"/>
          </a:pPr>
          <a:r>
            <a:rPr lang="en-US"/>
            <a:t>Secrets management simplified with Azure Key Vault integration</a:t>
          </a:r>
        </a:p>
      </dgm:t>
    </dgm:pt>
    <dgm:pt modelId="{71126995-FEE8-4465-AACE-38179B88A87F}" type="parTrans" cxnId="{2AD3DEA4-1A51-4A8C-8DCD-B075A12A9E46}">
      <dgm:prSet/>
      <dgm:spPr/>
      <dgm:t>
        <a:bodyPr/>
        <a:lstStyle/>
        <a:p>
          <a:endParaRPr lang="en-US"/>
        </a:p>
      </dgm:t>
    </dgm:pt>
    <dgm:pt modelId="{AEDFEF23-4E3E-4B56-A17F-6D5BD73434E7}" type="sibTrans" cxnId="{2AD3DEA4-1A51-4A8C-8DCD-B075A12A9E46}">
      <dgm:prSet/>
      <dgm:spPr/>
      <dgm:t>
        <a:bodyPr/>
        <a:lstStyle/>
        <a:p>
          <a:endParaRPr lang="en-US"/>
        </a:p>
      </dgm:t>
    </dgm:pt>
    <dgm:pt modelId="{12C6896F-B696-4DE2-B568-79483254A883}">
      <dgm:prSet/>
      <dgm:spPr/>
      <dgm:t>
        <a:bodyPr/>
        <a:lstStyle/>
        <a:p>
          <a:pPr>
            <a:defRPr cap="all"/>
          </a:pPr>
          <a:r>
            <a:rPr lang="en-US"/>
            <a:t>Shift from RDBMS thinking to distributed data paradigms (Spark transformations)</a:t>
          </a:r>
        </a:p>
      </dgm:t>
    </dgm:pt>
    <dgm:pt modelId="{BA530F4E-5EDF-4474-90BA-F1CB744E1EF6}" type="parTrans" cxnId="{B456D87F-9C71-4763-8B1E-1B5440A2B1E9}">
      <dgm:prSet/>
      <dgm:spPr/>
      <dgm:t>
        <a:bodyPr/>
        <a:lstStyle/>
        <a:p>
          <a:endParaRPr lang="en-US"/>
        </a:p>
      </dgm:t>
    </dgm:pt>
    <dgm:pt modelId="{E69DE4C3-D20F-4663-9185-0864398CA9C2}" type="sibTrans" cxnId="{B456D87F-9C71-4763-8B1E-1B5440A2B1E9}">
      <dgm:prSet/>
      <dgm:spPr/>
      <dgm:t>
        <a:bodyPr/>
        <a:lstStyle/>
        <a:p>
          <a:endParaRPr lang="en-US"/>
        </a:p>
      </dgm:t>
    </dgm:pt>
    <dgm:pt modelId="{6D5C5673-9E91-49E6-9ACA-52B1B3B21AA6}">
      <dgm:prSet/>
      <dgm:spPr/>
      <dgm:t>
        <a:bodyPr/>
        <a:lstStyle/>
        <a:p>
          <a:pPr>
            <a:defRPr cap="all"/>
          </a:pPr>
          <a:r>
            <a:rPr lang="en-US"/>
            <a:t>Modular pipeline scripts support incremental debugging and reruns</a:t>
          </a:r>
        </a:p>
      </dgm:t>
    </dgm:pt>
    <dgm:pt modelId="{EEB7BA8E-021C-46FD-BFF2-290843C7B6A3}" type="parTrans" cxnId="{721D7B3F-D365-42E7-8F32-45F7E88F08F9}">
      <dgm:prSet/>
      <dgm:spPr/>
      <dgm:t>
        <a:bodyPr/>
        <a:lstStyle/>
        <a:p>
          <a:endParaRPr lang="en-US"/>
        </a:p>
      </dgm:t>
    </dgm:pt>
    <dgm:pt modelId="{198A5E58-BBA6-420D-92AD-933E6847415E}" type="sibTrans" cxnId="{721D7B3F-D365-42E7-8F32-45F7E88F08F9}">
      <dgm:prSet/>
      <dgm:spPr/>
      <dgm:t>
        <a:bodyPr/>
        <a:lstStyle/>
        <a:p>
          <a:endParaRPr lang="en-US"/>
        </a:p>
      </dgm:t>
    </dgm:pt>
    <dgm:pt modelId="{55D120D3-C481-4ECE-A1EA-F21AC71A1C1E}">
      <dgm:prSet/>
      <dgm:spPr/>
      <dgm:t>
        <a:bodyPr/>
        <a:lstStyle/>
        <a:p>
          <a:pPr>
            <a:defRPr cap="all"/>
          </a:pPr>
          <a:r>
            <a:rPr lang="en-US"/>
            <a:t>Emphasized observability — success metrics, logging, and validation outputs</a:t>
          </a:r>
        </a:p>
      </dgm:t>
    </dgm:pt>
    <dgm:pt modelId="{4C72B610-0014-448F-BA6A-94A2C0B000D9}" type="parTrans" cxnId="{CBB1815C-FAF2-4E90-A5E4-B4A97FD33FCE}">
      <dgm:prSet/>
      <dgm:spPr/>
      <dgm:t>
        <a:bodyPr/>
        <a:lstStyle/>
        <a:p>
          <a:endParaRPr lang="en-US"/>
        </a:p>
      </dgm:t>
    </dgm:pt>
    <dgm:pt modelId="{A4C037BF-9729-4D51-8ADD-87ECE03A012A}" type="sibTrans" cxnId="{CBB1815C-FAF2-4E90-A5E4-B4A97FD33FCE}">
      <dgm:prSet/>
      <dgm:spPr/>
      <dgm:t>
        <a:bodyPr/>
        <a:lstStyle/>
        <a:p>
          <a:endParaRPr lang="en-US"/>
        </a:p>
      </dgm:t>
    </dgm:pt>
    <dgm:pt modelId="{C5B668BE-2022-405A-ADE3-50018BCA91F6}" type="pres">
      <dgm:prSet presAssocID="{6872B442-E36B-4E42-B332-9CEEA24F0356}" presName="root" presStyleCnt="0">
        <dgm:presLayoutVars>
          <dgm:dir/>
          <dgm:resizeHandles val="exact"/>
        </dgm:presLayoutVars>
      </dgm:prSet>
      <dgm:spPr/>
    </dgm:pt>
    <dgm:pt modelId="{AB227853-FDE6-411B-BFC3-7B806947030D}" type="pres">
      <dgm:prSet presAssocID="{59184B1D-5624-4AA0-A6AA-826309415D4B}" presName="compNode" presStyleCnt="0"/>
      <dgm:spPr/>
    </dgm:pt>
    <dgm:pt modelId="{9EBC155A-6466-439B-BDB2-DC533FC891FC}" type="pres">
      <dgm:prSet presAssocID="{59184B1D-5624-4AA0-A6AA-826309415D4B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7B4C58A-F764-4F06-81E8-AED5493DC032}" type="pres">
      <dgm:prSet presAssocID="{59184B1D-5624-4AA0-A6AA-826309415D4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C910C4E-B66D-4200-95E5-A194C433E35F}" type="pres">
      <dgm:prSet presAssocID="{59184B1D-5624-4AA0-A6AA-826309415D4B}" presName="spaceRect" presStyleCnt="0"/>
      <dgm:spPr/>
    </dgm:pt>
    <dgm:pt modelId="{C8D60ECA-AEA4-4748-965E-C9F45661F07E}" type="pres">
      <dgm:prSet presAssocID="{59184B1D-5624-4AA0-A6AA-826309415D4B}" presName="textRect" presStyleLbl="revTx" presStyleIdx="0" presStyleCnt="6">
        <dgm:presLayoutVars>
          <dgm:chMax val="1"/>
          <dgm:chPref val="1"/>
        </dgm:presLayoutVars>
      </dgm:prSet>
      <dgm:spPr/>
    </dgm:pt>
    <dgm:pt modelId="{4EED98D9-4742-49FE-9EE8-556FED50C2B4}" type="pres">
      <dgm:prSet presAssocID="{16A2EE1E-8627-441C-9B3D-6943298D3F99}" presName="sibTrans" presStyleCnt="0"/>
      <dgm:spPr/>
    </dgm:pt>
    <dgm:pt modelId="{F5D0823C-DADF-4EC0-A00F-4F24122776D6}" type="pres">
      <dgm:prSet presAssocID="{7A1790DB-81AD-46DB-92DE-2F42694C5E8E}" presName="compNode" presStyleCnt="0"/>
      <dgm:spPr/>
    </dgm:pt>
    <dgm:pt modelId="{1BA650CE-F09A-48A6-B03A-D4D4827B727E}" type="pres">
      <dgm:prSet presAssocID="{7A1790DB-81AD-46DB-92DE-2F42694C5E8E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5DA3D4F-A792-469C-942E-C9C4104C9031}" type="pres">
      <dgm:prSet presAssocID="{7A1790DB-81AD-46DB-92DE-2F42694C5E8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560B87F-A322-4452-8F64-97AB91C49A75}" type="pres">
      <dgm:prSet presAssocID="{7A1790DB-81AD-46DB-92DE-2F42694C5E8E}" presName="spaceRect" presStyleCnt="0"/>
      <dgm:spPr/>
    </dgm:pt>
    <dgm:pt modelId="{BFB66B3C-17B4-4740-87F9-9F99BC838261}" type="pres">
      <dgm:prSet presAssocID="{7A1790DB-81AD-46DB-92DE-2F42694C5E8E}" presName="textRect" presStyleLbl="revTx" presStyleIdx="1" presStyleCnt="6">
        <dgm:presLayoutVars>
          <dgm:chMax val="1"/>
          <dgm:chPref val="1"/>
        </dgm:presLayoutVars>
      </dgm:prSet>
      <dgm:spPr/>
    </dgm:pt>
    <dgm:pt modelId="{91ECF2B8-D25D-4497-A161-9D00992A8B5A}" type="pres">
      <dgm:prSet presAssocID="{49F36BC7-D964-41A1-94CC-A9D47E89D4B7}" presName="sibTrans" presStyleCnt="0"/>
      <dgm:spPr/>
    </dgm:pt>
    <dgm:pt modelId="{1D63B574-F4B7-4DCC-BC68-D57878671FCE}" type="pres">
      <dgm:prSet presAssocID="{5661BE68-309F-4F16-BC78-F998DF81BB76}" presName="compNode" presStyleCnt="0"/>
      <dgm:spPr/>
    </dgm:pt>
    <dgm:pt modelId="{29CA54B9-23BA-462D-979F-31932AA84109}" type="pres">
      <dgm:prSet presAssocID="{5661BE68-309F-4F16-BC78-F998DF81BB76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BA182F8-1B6A-40F1-B424-A95B46549BC3}" type="pres">
      <dgm:prSet presAssocID="{5661BE68-309F-4F16-BC78-F998DF81BB7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1E2C12F-2356-45D4-9DBC-1E5419C2C8E7}" type="pres">
      <dgm:prSet presAssocID="{5661BE68-309F-4F16-BC78-F998DF81BB76}" presName="spaceRect" presStyleCnt="0"/>
      <dgm:spPr/>
    </dgm:pt>
    <dgm:pt modelId="{A8BA85D4-7F05-4084-A734-FCAD7C8899E3}" type="pres">
      <dgm:prSet presAssocID="{5661BE68-309F-4F16-BC78-F998DF81BB76}" presName="textRect" presStyleLbl="revTx" presStyleIdx="2" presStyleCnt="6">
        <dgm:presLayoutVars>
          <dgm:chMax val="1"/>
          <dgm:chPref val="1"/>
        </dgm:presLayoutVars>
      </dgm:prSet>
      <dgm:spPr/>
    </dgm:pt>
    <dgm:pt modelId="{27C1F09B-A295-4B72-8643-917D3C9908FA}" type="pres">
      <dgm:prSet presAssocID="{AEDFEF23-4E3E-4B56-A17F-6D5BD73434E7}" presName="sibTrans" presStyleCnt="0"/>
      <dgm:spPr/>
    </dgm:pt>
    <dgm:pt modelId="{F83DAA8C-AB44-4B5E-83BD-09591E2C51B3}" type="pres">
      <dgm:prSet presAssocID="{12C6896F-B696-4DE2-B568-79483254A883}" presName="compNode" presStyleCnt="0"/>
      <dgm:spPr/>
    </dgm:pt>
    <dgm:pt modelId="{C7198E06-1902-48D4-A98C-369B7D4D66A3}" type="pres">
      <dgm:prSet presAssocID="{12C6896F-B696-4DE2-B568-79483254A883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04D4523-D8E2-4744-B6D6-3E8466C8814B}" type="pres">
      <dgm:prSet presAssocID="{12C6896F-B696-4DE2-B568-79483254A88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B0B34C8-2F64-4F6C-9C65-4BB9B55B5731}" type="pres">
      <dgm:prSet presAssocID="{12C6896F-B696-4DE2-B568-79483254A883}" presName="spaceRect" presStyleCnt="0"/>
      <dgm:spPr/>
    </dgm:pt>
    <dgm:pt modelId="{68D8FEF0-3FC9-4779-BDBC-A48EABAD24FA}" type="pres">
      <dgm:prSet presAssocID="{12C6896F-B696-4DE2-B568-79483254A883}" presName="textRect" presStyleLbl="revTx" presStyleIdx="3" presStyleCnt="6">
        <dgm:presLayoutVars>
          <dgm:chMax val="1"/>
          <dgm:chPref val="1"/>
        </dgm:presLayoutVars>
      </dgm:prSet>
      <dgm:spPr/>
    </dgm:pt>
    <dgm:pt modelId="{914AB044-A64C-41DD-A67D-CE0C42AD1891}" type="pres">
      <dgm:prSet presAssocID="{E69DE4C3-D20F-4663-9185-0864398CA9C2}" presName="sibTrans" presStyleCnt="0"/>
      <dgm:spPr/>
    </dgm:pt>
    <dgm:pt modelId="{777A476B-575B-4B1A-8336-A136A61F9661}" type="pres">
      <dgm:prSet presAssocID="{6D5C5673-9E91-49E6-9ACA-52B1B3B21AA6}" presName="compNode" presStyleCnt="0"/>
      <dgm:spPr/>
    </dgm:pt>
    <dgm:pt modelId="{850CA3DA-484A-45E4-ABE3-B36E213962BE}" type="pres">
      <dgm:prSet presAssocID="{6D5C5673-9E91-49E6-9ACA-52B1B3B21AA6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CA00918-A4EE-4EDB-AA49-7203B948E873}" type="pres">
      <dgm:prSet presAssocID="{6D5C5673-9E91-49E6-9ACA-52B1B3B21AA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D2C6F6A-3832-4B2F-9723-CC0D959F94F7}" type="pres">
      <dgm:prSet presAssocID="{6D5C5673-9E91-49E6-9ACA-52B1B3B21AA6}" presName="spaceRect" presStyleCnt="0"/>
      <dgm:spPr/>
    </dgm:pt>
    <dgm:pt modelId="{6F06CE8A-741A-4BD9-9F2A-F45F107DB5FE}" type="pres">
      <dgm:prSet presAssocID="{6D5C5673-9E91-49E6-9ACA-52B1B3B21AA6}" presName="textRect" presStyleLbl="revTx" presStyleIdx="4" presStyleCnt="6">
        <dgm:presLayoutVars>
          <dgm:chMax val="1"/>
          <dgm:chPref val="1"/>
        </dgm:presLayoutVars>
      </dgm:prSet>
      <dgm:spPr/>
    </dgm:pt>
    <dgm:pt modelId="{879AE6EC-2AEA-4C9A-975B-BCD042E85752}" type="pres">
      <dgm:prSet presAssocID="{198A5E58-BBA6-420D-92AD-933E6847415E}" presName="sibTrans" presStyleCnt="0"/>
      <dgm:spPr/>
    </dgm:pt>
    <dgm:pt modelId="{C34461B6-62FE-4B6A-9282-96A9A5133B1C}" type="pres">
      <dgm:prSet presAssocID="{55D120D3-C481-4ECE-A1EA-F21AC71A1C1E}" presName="compNode" presStyleCnt="0"/>
      <dgm:spPr/>
    </dgm:pt>
    <dgm:pt modelId="{5221D616-9CA2-42AB-9371-28808684D133}" type="pres">
      <dgm:prSet presAssocID="{55D120D3-C481-4ECE-A1EA-F21AC71A1C1E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A63FD5B-ECCA-4537-9F1D-4514B452066C}" type="pres">
      <dgm:prSet presAssocID="{55D120D3-C481-4ECE-A1EA-F21AC71A1C1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al"/>
        </a:ext>
      </dgm:extLst>
    </dgm:pt>
    <dgm:pt modelId="{F381C7C0-6C17-4FAB-AD1B-E3CC8DF96493}" type="pres">
      <dgm:prSet presAssocID="{55D120D3-C481-4ECE-A1EA-F21AC71A1C1E}" presName="spaceRect" presStyleCnt="0"/>
      <dgm:spPr/>
    </dgm:pt>
    <dgm:pt modelId="{581C24EF-0586-4B8D-837B-06DAE93158CD}" type="pres">
      <dgm:prSet presAssocID="{55D120D3-C481-4ECE-A1EA-F21AC71A1C1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A4C7C0F-F94C-48EB-A4CA-7C6881549DFC}" type="presOf" srcId="{59184B1D-5624-4AA0-A6AA-826309415D4B}" destId="{C8D60ECA-AEA4-4748-965E-C9F45661F07E}" srcOrd="0" destOrd="0" presId="urn:microsoft.com/office/officeart/2018/5/layout/IconLeafLabelList"/>
    <dgm:cxn modelId="{1BE4AB2C-BE3C-4C57-A4E7-9A6AEFFF2E80}" type="presOf" srcId="{7A1790DB-81AD-46DB-92DE-2F42694C5E8E}" destId="{BFB66B3C-17B4-4740-87F9-9F99BC838261}" srcOrd="0" destOrd="0" presId="urn:microsoft.com/office/officeart/2018/5/layout/IconLeafLabelList"/>
    <dgm:cxn modelId="{721D7B3F-D365-42E7-8F32-45F7E88F08F9}" srcId="{6872B442-E36B-4E42-B332-9CEEA24F0356}" destId="{6D5C5673-9E91-49E6-9ACA-52B1B3B21AA6}" srcOrd="4" destOrd="0" parTransId="{EEB7BA8E-021C-46FD-BFF2-290843C7B6A3}" sibTransId="{198A5E58-BBA6-420D-92AD-933E6847415E}"/>
    <dgm:cxn modelId="{CBB1815C-FAF2-4E90-A5E4-B4A97FD33FCE}" srcId="{6872B442-E36B-4E42-B332-9CEEA24F0356}" destId="{55D120D3-C481-4ECE-A1EA-F21AC71A1C1E}" srcOrd="5" destOrd="0" parTransId="{4C72B610-0014-448F-BA6A-94A2C0B000D9}" sibTransId="{A4C037BF-9729-4D51-8ADD-87ECE03A012A}"/>
    <dgm:cxn modelId="{ED6DF76A-7C3F-417C-A3B1-84764DDEE11A}" type="presOf" srcId="{6872B442-E36B-4E42-B332-9CEEA24F0356}" destId="{C5B668BE-2022-405A-ADE3-50018BCA91F6}" srcOrd="0" destOrd="0" presId="urn:microsoft.com/office/officeart/2018/5/layout/IconLeafLabelList"/>
    <dgm:cxn modelId="{78047B71-0B5C-4D56-A57F-F371A42EF05E}" type="presOf" srcId="{5661BE68-309F-4F16-BC78-F998DF81BB76}" destId="{A8BA85D4-7F05-4084-A734-FCAD7C8899E3}" srcOrd="0" destOrd="0" presId="urn:microsoft.com/office/officeart/2018/5/layout/IconLeafLabelList"/>
    <dgm:cxn modelId="{B456D87F-9C71-4763-8B1E-1B5440A2B1E9}" srcId="{6872B442-E36B-4E42-B332-9CEEA24F0356}" destId="{12C6896F-B696-4DE2-B568-79483254A883}" srcOrd="3" destOrd="0" parTransId="{BA530F4E-5EDF-4474-90BA-F1CB744E1EF6}" sibTransId="{E69DE4C3-D20F-4663-9185-0864398CA9C2}"/>
    <dgm:cxn modelId="{2AD3DEA4-1A51-4A8C-8DCD-B075A12A9E46}" srcId="{6872B442-E36B-4E42-B332-9CEEA24F0356}" destId="{5661BE68-309F-4F16-BC78-F998DF81BB76}" srcOrd="2" destOrd="0" parTransId="{71126995-FEE8-4465-AACE-38179B88A87F}" sibTransId="{AEDFEF23-4E3E-4B56-A17F-6D5BD73434E7}"/>
    <dgm:cxn modelId="{186CD5B0-1E58-42BF-97AA-F287AB02F9FD}" srcId="{6872B442-E36B-4E42-B332-9CEEA24F0356}" destId="{59184B1D-5624-4AA0-A6AA-826309415D4B}" srcOrd="0" destOrd="0" parTransId="{4EC87C51-CF27-4AEA-914B-12D4C1081C57}" sibTransId="{16A2EE1E-8627-441C-9B3D-6943298D3F99}"/>
    <dgm:cxn modelId="{C8A3EDC9-7624-40D4-A50A-1D297B9B7EDE}" srcId="{6872B442-E36B-4E42-B332-9CEEA24F0356}" destId="{7A1790DB-81AD-46DB-92DE-2F42694C5E8E}" srcOrd="1" destOrd="0" parTransId="{54F8A65A-A3C4-4AFA-9007-E9A33E6F95E4}" sibTransId="{49F36BC7-D964-41A1-94CC-A9D47E89D4B7}"/>
    <dgm:cxn modelId="{5ABAC1D7-494D-4467-A6B6-97D849829A63}" type="presOf" srcId="{6D5C5673-9E91-49E6-9ACA-52B1B3B21AA6}" destId="{6F06CE8A-741A-4BD9-9F2A-F45F107DB5FE}" srcOrd="0" destOrd="0" presId="urn:microsoft.com/office/officeart/2018/5/layout/IconLeafLabelList"/>
    <dgm:cxn modelId="{E59745EC-7BFB-4B30-91AF-CF66A7110C02}" type="presOf" srcId="{12C6896F-B696-4DE2-B568-79483254A883}" destId="{68D8FEF0-3FC9-4779-BDBC-A48EABAD24FA}" srcOrd="0" destOrd="0" presId="urn:microsoft.com/office/officeart/2018/5/layout/IconLeafLabelList"/>
    <dgm:cxn modelId="{6DA47AF4-DFF9-463D-9DBA-108B7EB3EE74}" type="presOf" srcId="{55D120D3-C481-4ECE-A1EA-F21AC71A1C1E}" destId="{581C24EF-0586-4B8D-837B-06DAE93158CD}" srcOrd="0" destOrd="0" presId="urn:microsoft.com/office/officeart/2018/5/layout/IconLeafLabelList"/>
    <dgm:cxn modelId="{B7BEE431-AA13-41A4-A268-3CE13AE4FB3F}" type="presParOf" srcId="{C5B668BE-2022-405A-ADE3-50018BCA91F6}" destId="{AB227853-FDE6-411B-BFC3-7B806947030D}" srcOrd="0" destOrd="0" presId="urn:microsoft.com/office/officeart/2018/5/layout/IconLeafLabelList"/>
    <dgm:cxn modelId="{9617ADAA-3664-4D6C-A22C-441E54EE9732}" type="presParOf" srcId="{AB227853-FDE6-411B-BFC3-7B806947030D}" destId="{9EBC155A-6466-439B-BDB2-DC533FC891FC}" srcOrd="0" destOrd="0" presId="urn:microsoft.com/office/officeart/2018/5/layout/IconLeafLabelList"/>
    <dgm:cxn modelId="{A6F1745E-F7D5-4964-BD1C-6ECB57D9D0AF}" type="presParOf" srcId="{AB227853-FDE6-411B-BFC3-7B806947030D}" destId="{A7B4C58A-F764-4F06-81E8-AED5493DC032}" srcOrd="1" destOrd="0" presId="urn:microsoft.com/office/officeart/2018/5/layout/IconLeafLabelList"/>
    <dgm:cxn modelId="{FCD1FEBF-7844-430C-A38B-CF065CD270F4}" type="presParOf" srcId="{AB227853-FDE6-411B-BFC3-7B806947030D}" destId="{6C910C4E-B66D-4200-95E5-A194C433E35F}" srcOrd="2" destOrd="0" presId="urn:microsoft.com/office/officeart/2018/5/layout/IconLeafLabelList"/>
    <dgm:cxn modelId="{E1FE9290-33DE-4949-90AE-C23F9E0BC727}" type="presParOf" srcId="{AB227853-FDE6-411B-BFC3-7B806947030D}" destId="{C8D60ECA-AEA4-4748-965E-C9F45661F07E}" srcOrd="3" destOrd="0" presId="urn:microsoft.com/office/officeart/2018/5/layout/IconLeafLabelList"/>
    <dgm:cxn modelId="{DA4E62DD-B250-469B-8BA4-3E16654E5189}" type="presParOf" srcId="{C5B668BE-2022-405A-ADE3-50018BCA91F6}" destId="{4EED98D9-4742-49FE-9EE8-556FED50C2B4}" srcOrd="1" destOrd="0" presId="urn:microsoft.com/office/officeart/2018/5/layout/IconLeafLabelList"/>
    <dgm:cxn modelId="{14BBE757-6990-4976-8390-6AAD5D53865D}" type="presParOf" srcId="{C5B668BE-2022-405A-ADE3-50018BCA91F6}" destId="{F5D0823C-DADF-4EC0-A00F-4F24122776D6}" srcOrd="2" destOrd="0" presId="urn:microsoft.com/office/officeart/2018/5/layout/IconLeafLabelList"/>
    <dgm:cxn modelId="{8D627043-E8B5-43A7-9023-D69334EC01F4}" type="presParOf" srcId="{F5D0823C-DADF-4EC0-A00F-4F24122776D6}" destId="{1BA650CE-F09A-48A6-B03A-D4D4827B727E}" srcOrd="0" destOrd="0" presId="urn:microsoft.com/office/officeart/2018/5/layout/IconLeafLabelList"/>
    <dgm:cxn modelId="{4946C7F5-E761-4BCF-A01C-C4C7D25F73DB}" type="presParOf" srcId="{F5D0823C-DADF-4EC0-A00F-4F24122776D6}" destId="{C5DA3D4F-A792-469C-942E-C9C4104C9031}" srcOrd="1" destOrd="0" presId="urn:microsoft.com/office/officeart/2018/5/layout/IconLeafLabelList"/>
    <dgm:cxn modelId="{55FD500E-7245-4027-9074-A56583D1DD92}" type="presParOf" srcId="{F5D0823C-DADF-4EC0-A00F-4F24122776D6}" destId="{4560B87F-A322-4452-8F64-97AB91C49A75}" srcOrd="2" destOrd="0" presId="urn:microsoft.com/office/officeart/2018/5/layout/IconLeafLabelList"/>
    <dgm:cxn modelId="{277BF695-4387-4725-8A1D-9E087D76D13F}" type="presParOf" srcId="{F5D0823C-DADF-4EC0-A00F-4F24122776D6}" destId="{BFB66B3C-17B4-4740-87F9-9F99BC838261}" srcOrd="3" destOrd="0" presId="urn:microsoft.com/office/officeart/2018/5/layout/IconLeafLabelList"/>
    <dgm:cxn modelId="{A723CF4F-F974-4043-B7CA-317BD981BC7D}" type="presParOf" srcId="{C5B668BE-2022-405A-ADE3-50018BCA91F6}" destId="{91ECF2B8-D25D-4497-A161-9D00992A8B5A}" srcOrd="3" destOrd="0" presId="urn:microsoft.com/office/officeart/2018/5/layout/IconLeafLabelList"/>
    <dgm:cxn modelId="{34E9D135-AAE5-459B-8537-6FCD80EF3E68}" type="presParOf" srcId="{C5B668BE-2022-405A-ADE3-50018BCA91F6}" destId="{1D63B574-F4B7-4DCC-BC68-D57878671FCE}" srcOrd="4" destOrd="0" presId="urn:microsoft.com/office/officeart/2018/5/layout/IconLeafLabelList"/>
    <dgm:cxn modelId="{6D6B2AC6-0B70-4FB9-9278-F8634AD59D05}" type="presParOf" srcId="{1D63B574-F4B7-4DCC-BC68-D57878671FCE}" destId="{29CA54B9-23BA-462D-979F-31932AA84109}" srcOrd="0" destOrd="0" presId="urn:microsoft.com/office/officeart/2018/5/layout/IconLeafLabelList"/>
    <dgm:cxn modelId="{17B88A20-683C-4CE2-BC22-9B6BAF55B165}" type="presParOf" srcId="{1D63B574-F4B7-4DCC-BC68-D57878671FCE}" destId="{5BA182F8-1B6A-40F1-B424-A95B46549BC3}" srcOrd="1" destOrd="0" presId="urn:microsoft.com/office/officeart/2018/5/layout/IconLeafLabelList"/>
    <dgm:cxn modelId="{77FA2CB5-700F-401A-87F5-98E376E847FB}" type="presParOf" srcId="{1D63B574-F4B7-4DCC-BC68-D57878671FCE}" destId="{51E2C12F-2356-45D4-9DBC-1E5419C2C8E7}" srcOrd="2" destOrd="0" presId="urn:microsoft.com/office/officeart/2018/5/layout/IconLeafLabelList"/>
    <dgm:cxn modelId="{16D001A8-3856-4BE8-A546-902A69C6B04D}" type="presParOf" srcId="{1D63B574-F4B7-4DCC-BC68-D57878671FCE}" destId="{A8BA85D4-7F05-4084-A734-FCAD7C8899E3}" srcOrd="3" destOrd="0" presId="urn:microsoft.com/office/officeart/2018/5/layout/IconLeafLabelList"/>
    <dgm:cxn modelId="{3BA53513-3FE2-49AA-8424-2F0B442755B4}" type="presParOf" srcId="{C5B668BE-2022-405A-ADE3-50018BCA91F6}" destId="{27C1F09B-A295-4B72-8643-917D3C9908FA}" srcOrd="5" destOrd="0" presId="urn:microsoft.com/office/officeart/2018/5/layout/IconLeafLabelList"/>
    <dgm:cxn modelId="{12E7AF05-C850-48CC-AEFB-5D06E1849AE5}" type="presParOf" srcId="{C5B668BE-2022-405A-ADE3-50018BCA91F6}" destId="{F83DAA8C-AB44-4B5E-83BD-09591E2C51B3}" srcOrd="6" destOrd="0" presId="urn:microsoft.com/office/officeart/2018/5/layout/IconLeafLabelList"/>
    <dgm:cxn modelId="{9B702BDF-626B-4F3B-87A8-6B328E28952D}" type="presParOf" srcId="{F83DAA8C-AB44-4B5E-83BD-09591E2C51B3}" destId="{C7198E06-1902-48D4-A98C-369B7D4D66A3}" srcOrd="0" destOrd="0" presId="urn:microsoft.com/office/officeart/2018/5/layout/IconLeafLabelList"/>
    <dgm:cxn modelId="{144349AE-F393-41A0-8107-2CB8DD5AB5CB}" type="presParOf" srcId="{F83DAA8C-AB44-4B5E-83BD-09591E2C51B3}" destId="{B04D4523-D8E2-4744-B6D6-3E8466C8814B}" srcOrd="1" destOrd="0" presId="urn:microsoft.com/office/officeart/2018/5/layout/IconLeafLabelList"/>
    <dgm:cxn modelId="{2F6AD9E9-BA54-4213-BADF-8AFDC1C2AF64}" type="presParOf" srcId="{F83DAA8C-AB44-4B5E-83BD-09591E2C51B3}" destId="{2B0B34C8-2F64-4F6C-9C65-4BB9B55B5731}" srcOrd="2" destOrd="0" presId="urn:microsoft.com/office/officeart/2018/5/layout/IconLeafLabelList"/>
    <dgm:cxn modelId="{EEF0A34C-409F-44B1-821C-A61612A677FC}" type="presParOf" srcId="{F83DAA8C-AB44-4B5E-83BD-09591E2C51B3}" destId="{68D8FEF0-3FC9-4779-BDBC-A48EABAD24FA}" srcOrd="3" destOrd="0" presId="urn:microsoft.com/office/officeart/2018/5/layout/IconLeafLabelList"/>
    <dgm:cxn modelId="{930A50A1-DF1B-4775-8002-AF14F99680E4}" type="presParOf" srcId="{C5B668BE-2022-405A-ADE3-50018BCA91F6}" destId="{914AB044-A64C-41DD-A67D-CE0C42AD1891}" srcOrd="7" destOrd="0" presId="urn:microsoft.com/office/officeart/2018/5/layout/IconLeafLabelList"/>
    <dgm:cxn modelId="{11ACD7BB-DE9D-403D-B6D1-12487265AD7E}" type="presParOf" srcId="{C5B668BE-2022-405A-ADE3-50018BCA91F6}" destId="{777A476B-575B-4B1A-8336-A136A61F9661}" srcOrd="8" destOrd="0" presId="urn:microsoft.com/office/officeart/2018/5/layout/IconLeafLabelList"/>
    <dgm:cxn modelId="{493B081E-D192-433B-B4EE-34B057DE7D23}" type="presParOf" srcId="{777A476B-575B-4B1A-8336-A136A61F9661}" destId="{850CA3DA-484A-45E4-ABE3-B36E213962BE}" srcOrd="0" destOrd="0" presId="urn:microsoft.com/office/officeart/2018/5/layout/IconLeafLabelList"/>
    <dgm:cxn modelId="{C71A50FB-550F-4400-B576-E8DDC032AC40}" type="presParOf" srcId="{777A476B-575B-4B1A-8336-A136A61F9661}" destId="{6CA00918-A4EE-4EDB-AA49-7203B948E873}" srcOrd="1" destOrd="0" presId="urn:microsoft.com/office/officeart/2018/5/layout/IconLeafLabelList"/>
    <dgm:cxn modelId="{A4224044-243C-41F2-A579-69CB3B90A61C}" type="presParOf" srcId="{777A476B-575B-4B1A-8336-A136A61F9661}" destId="{1D2C6F6A-3832-4B2F-9723-CC0D959F94F7}" srcOrd="2" destOrd="0" presId="urn:microsoft.com/office/officeart/2018/5/layout/IconLeafLabelList"/>
    <dgm:cxn modelId="{B98221EC-4180-469A-AD89-6930BC183E06}" type="presParOf" srcId="{777A476B-575B-4B1A-8336-A136A61F9661}" destId="{6F06CE8A-741A-4BD9-9F2A-F45F107DB5FE}" srcOrd="3" destOrd="0" presId="urn:microsoft.com/office/officeart/2018/5/layout/IconLeafLabelList"/>
    <dgm:cxn modelId="{B06A0CF2-4DEE-43F5-8342-545597CC97F6}" type="presParOf" srcId="{C5B668BE-2022-405A-ADE3-50018BCA91F6}" destId="{879AE6EC-2AEA-4C9A-975B-BCD042E85752}" srcOrd="9" destOrd="0" presId="urn:microsoft.com/office/officeart/2018/5/layout/IconLeafLabelList"/>
    <dgm:cxn modelId="{2AF19471-C69D-4612-8782-AF607FF3F69B}" type="presParOf" srcId="{C5B668BE-2022-405A-ADE3-50018BCA91F6}" destId="{C34461B6-62FE-4B6A-9282-96A9A5133B1C}" srcOrd="10" destOrd="0" presId="urn:microsoft.com/office/officeart/2018/5/layout/IconLeafLabelList"/>
    <dgm:cxn modelId="{8F6D00D1-542A-4BC0-A674-771DFDDBBFD2}" type="presParOf" srcId="{C34461B6-62FE-4B6A-9282-96A9A5133B1C}" destId="{5221D616-9CA2-42AB-9371-28808684D133}" srcOrd="0" destOrd="0" presId="urn:microsoft.com/office/officeart/2018/5/layout/IconLeafLabelList"/>
    <dgm:cxn modelId="{E1F8BF91-C6B9-47D5-B410-C1AE8421D2CC}" type="presParOf" srcId="{C34461B6-62FE-4B6A-9282-96A9A5133B1C}" destId="{FA63FD5B-ECCA-4537-9F1D-4514B452066C}" srcOrd="1" destOrd="0" presId="urn:microsoft.com/office/officeart/2018/5/layout/IconLeafLabelList"/>
    <dgm:cxn modelId="{D35564BB-B078-42B5-A4B3-48A0F34E4FF9}" type="presParOf" srcId="{C34461B6-62FE-4B6A-9282-96A9A5133B1C}" destId="{F381C7C0-6C17-4FAB-AD1B-E3CC8DF96493}" srcOrd="2" destOrd="0" presId="urn:microsoft.com/office/officeart/2018/5/layout/IconLeafLabelList"/>
    <dgm:cxn modelId="{DBA36AE1-08ED-4465-B265-3C2723A7A34F}" type="presParOf" srcId="{C34461B6-62FE-4B6A-9282-96A9A5133B1C}" destId="{581C24EF-0586-4B8D-837B-06DAE93158C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C3B23-F7C3-4B3E-B335-C8B677E481FA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51B6-0DDB-4BD3-97D6-354B2676AC84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Achievements:</a:t>
          </a:r>
          <a:endParaRPr lang="en-US" sz="1200" kern="1200"/>
        </a:p>
      </dsp:txBody>
      <dsp:txXfrm>
        <a:off x="155595" y="2168110"/>
        <a:ext cx="2158987" cy="720000"/>
      </dsp:txXfrm>
    </dsp:sp>
    <dsp:sp modelId="{F1DDE64A-196E-48D2-8182-D5D3C79729FA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1AA20-FBCB-401E-A171-00F46A418BA6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Verified both extractors completed end-to-end with Parquet outputs in /raw/tmdb/ and /raw/discogs/.</a:t>
          </a:r>
        </a:p>
      </dsp:txBody>
      <dsp:txXfrm>
        <a:off x="2692406" y="2168110"/>
        <a:ext cx="2158987" cy="720000"/>
      </dsp:txXfrm>
    </dsp:sp>
    <dsp:sp modelId="{DE354F38-292F-4AE3-814A-3C7E2DEE4F1B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D8300-092D-40CC-B50C-977582A0ABCD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Achieved approximately </a:t>
          </a:r>
          <a:r>
            <a:rPr lang="en-US" sz="1200" b="1" kern="1200"/>
            <a:t>3.5× faster runtime</a:t>
          </a:r>
          <a:r>
            <a:rPr lang="en-US" sz="1200" kern="1200"/>
            <a:t> and significantly higher I/O throughput on large datasets.</a:t>
          </a:r>
        </a:p>
      </dsp:txBody>
      <dsp:txXfrm>
        <a:off x="5229216" y="2168110"/>
        <a:ext cx="21589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EC3A-E536-42D5-B942-0DD376D6DFD3}">
      <dsp:nvSpPr>
        <dsp:cNvPr id="0" name=""/>
        <dsp:cNvSpPr/>
      </dsp:nvSpPr>
      <dsp:spPr>
        <a:xfrm>
          <a:off x="0" y="2171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AB07A-99C8-422C-AA55-256A5C346127}">
      <dsp:nvSpPr>
        <dsp:cNvPr id="0" name=""/>
        <dsp:cNvSpPr/>
      </dsp:nvSpPr>
      <dsp:spPr>
        <a:xfrm>
          <a:off x="119631" y="91153"/>
          <a:ext cx="217724" cy="217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7AF0-D03C-43A0-9E68-05B79D3C23C0}">
      <dsp:nvSpPr>
        <dsp:cNvPr id="0" name=""/>
        <dsp:cNvSpPr/>
      </dsp:nvSpPr>
      <dsp:spPr>
        <a:xfrm>
          <a:off x="456987" y="2171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Configuration:</a:t>
          </a:r>
          <a:endParaRPr lang="en-US" sz="1400" kern="1200"/>
        </a:p>
      </dsp:txBody>
      <dsp:txXfrm>
        <a:off x="456987" y="2171"/>
        <a:ext cx="7059363" cy="444910"/>
      </dsp:txXfrm>
    </dsp:sp>
    <dsp:sp modelId="{BE71159B-16C9-47A2-BD93-F003ADF04BA1}">
      <dsp:nvSpPr>
        <dsp:cNvPr id="0" name=""/>
        <dsp:cNvSpPr/>
      </dsp:nvSpPr>
      <dsp:spPr>
        <a:xfrm>
          <a:off x="0" y="558309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CC7F9-9D21-4483-8717-589CE971DE2F}">
      <dsp:nvSpPr>
        <dsp:cNvPr id="0" name=""/>
        <dsp:cNvSpPr/>
      </dsp:nvSpPr>
      <dsp:spPr>
        <a:xfrm>
          <a:off x="119631" y="647291"/>
          <a:ext cx="217724" cy="217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9409C-5585-435E-992D-A8D6221C11BD}">
      <dsp:nvSpPr>
        <dsp:cNvPr id="0" name=""/>
        <dsp:cNvSpPr/>
      </dsp:nvSpPr>
      <dsp:spPr>
        <a:xfrm>
          <a:off x="456987" y="558309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Name:</a:t>
          </a:r>
          <a:r>
            <a:rPr lang="en-US" sz="1400" kern="1200"/>
            <a:t> capstone-blob-cluster</a:t>
          </a:r>
        </a:p>
      </dsp:txBody>
      <dsp:txXfrm>
        <a:off x="456987" y="558309"/>
        <a:ext cx="7059363" cy="444910"/>
      </dsp:txXfrm>
    </dsp:sp>
    <dsp:sp modelId="{32379A34-09CC-4F5C-B227-72C0FA26349C}">
      <dsp:nvSpPr>
        <dsp:cNvPr id="0" name=""/>
        <dsp:cNvSpPr/>
      </dsp:nvSpPr>
      <dsp:spPr>
        <a:xfrm>
          <a:off x="0" y="1114447"/>
          <a:ext cx="7543800" cy="3954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E1508-5C93-4FC5-A355-B0F23D5F4CB3}">
      <dsp:nvSpPr>
        <dsp:cNvPr id="0" name=""/>
        <dsp:cNvSpPr/>
      </dsp:nvSpPr>
      <dsp:spPr>
        <a:xfrm>
          <a:off x="119631" y="1203429"/>
          <a:ext cx="217724" cy="217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31401-B255-4C3A-A12F-3230313BE68C}">
      <dsp:nvSpPr>
        <dsp:cNvPr id="0" name=""/>
        <dsp:cNvSpPr/>
      </dsp:nvSpPr>
      <dsp:spPr>
        <a:xfrm>
          <a:off x="456987" y="1114447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Runtime:</a:t>
          </a:r>
          <a:r>
            <a:rPr lang="en-US" sz="1400" kern="1200"/>
            <a:t> Databricks 14.3 LTS (Photon + Scala 2.12)</a:t>
          </a:r>
        </a:p>
      </dsp:txBody>
      <dsp:txXfrm>
        <a:off x="456987" y="1114447"/>
        <a:ext cx="7059363" cy="444910"/>
      </dsp:txXfrm>
    </dsp:sp>
    <dsp:sp modelId="{CB62D9DE-2319-4B0D-8D2B-B1B12B706D56}">
      <dsp:nvSpPr>
        <dsp:cNvPr id="0" name=""/>
        <dsp:cNvSpPr/>
      </dsp:nvSpPr>
      <dsp:spPr>
        <a:xfrm>
          <a:off x="0" y="1670584"/>
          <a:ext cx="7543800" cy="3954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7825C-7947-4CCC-9C15-1C7A4A7765CD}">
      <dsp:nvSpPr>
        <dsp:cNvPr id="0" name=""/>
        <dsp:cNvSpPr/>
      </dsp:nvSpPr>
      <dsp:spPr>
        <a:xfrm>
          <a:off x="119631" y="1759566"/>
          <a:ext cx="217724" cy="217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4A3E9-3E9D-4646-B21E-7B73FDA0B19A}">
      <dsp:nvSpPr>
        <dsp:cNvPr id="0" name=""/>
        <dsp:cNvSpPr/>
      </dsp:nvSpPr>
      <dsp:spPr>
        <a:xfrm>
          <a:off x="456987" y="1670584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Node Type:</a:t>
          </a:r>
          <a:r>
            <a:rPr lang="en-US" sz="1400" kern="1200"/>
            <a:t> Standard_DS3_v2 (driver + workers)</a:t>
          </a:r>
        </a:p>
      </dsp:txBody>
      <dsp:txXfrm>
        <a:off x="456987" y="1670584"/>
        <a:ext cx="7059363" cy="444910"/>
      </dsp:txXfrm>
    </dsp:sp>
    <dsp:sp modelId="{2E06AFEF-AF9E-48E5-ABD9-E7CE03365A60}">
      <dsp:nvSpPr>
        <dsp:cNvPr id="0" name=""/>
        <dsp:cNvSpPr/>
      </dsp:nvSpPr>
      <dsp:spPr>
        <a:xfrm>
          <a:off x="0" y="2226722"/>
          <a:ext cx="7543800" cy="3954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E296C-2964-451F-ACC9-1A27A604EB0F}">
      <dsp:nvSpPr>
        <dsp:cNvPr id="0" name=""/>
        <dsp:cNvSpPr/>
      </dsp:nvSpPr>
      <dsp:spPr>
        <a:xfrm>
          <a:off x="119631" y="2315704"/>
          <a:ext cx="217724" cy="21751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35491-A213-4060-9E7A-E3FD5F890FDD}">
      <dsp:nvSpPr>
        <dsp:cNvPr id="0" name=""/>
        <dsp:cNvSpPr/>
      </dsp:nvSpPr>
      <dsp:spPr>
        <a:xfrm>
          <a:off x="456987" y="2226722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Autoscaling:</a:t>
          </a:r>
          <a:r>
            <a:rPr lang="en-US" sz="1400" kern="1200"/>
            <a:t> Enabled (1–3 nodes)</a:t>
          </a:r>
        </a:p>
      </dsp:txBody>
      <dsp:txXfrm>
        <a:off x="456987" y="2226722"/>
        <a:ext cx="7059363" cy="444910"/>
      </dsp:txXfrm>
    </dsp:sp>
    <dsp:sp modelId="{A09F5F5F-0932-473E-A011-70BC0E6BFBAD}">
      <dsp:nvSpPr>
        <dsp:cNvPr id="0" name=""/>
        <dsp:cNvSpPr/>
      </dsp:nvSpPr>
      <dsp:spPr>
        <a:xfrm>
          <a:off x="0" y="2782860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1669D-6CBF-4B1A-96AA-1025B8650DB5}">
      <dsp:nvSpPr>
        <dsp:cNvPr id="0" name=""/>
        <dsp:cNvSpPr/>
      </dsp:nvSpPr>
      <dsp:spPr>
        <a:xfrm>
          <a:off x="119631" y="2871842"/>
          <a:ext cx="217724" cy="21751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FD11D-9FAC-47E2-91B1-8862EADE401A}">
      <dsp:nvSpPr>
        <dsp:cNvPr id="0" name=""/>
        <dsp:cNvSpPr/>
      </dsp:nvSpPr>
      <dsp:spPr>
        <a:xfrm>
          <a:off x="456987" y="2782860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Storage:</a:t>
          </a:r>
          <a:r>
            <a:rPr lang="en-US" sz="1400" kern="1200"/>
            <a:t> External ADLS Gen2 container markcapstoneadls/raw</a:t>
          </a:r>
        </a:p>
      </dsp:txBody>
      <dsp:txXfrm>
        <a:off x="456987" y="2782860"/>
        <a:ext cx="7059363" cy="444910"/>
      </dsp:txXfrm>
    </dsp:sp>
    <dsp:sp modelId="{F1CD9860-9786-48BE-98D2-F31F77CB64C0}">
      <dsp:nvSpPr>
        <dsp:cNvPr id="0" name=""/>
        <dsp:cNvSpPr/>
      </dsp:nvSpPr>
      <dsp:spPr>
        <a:xfrm>
          <a:off x="0" y="3338997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29C36-2F1B-4F7E-B696-52298B6DD3BB}">
      <dsp:nvSpPr>
        <dsp:cNvPr id="0" name=""/>
        <dsp:cNvSpPr/>
      </dsp:nvSpPr>
      <dsp:spPr>
        <a:xfrm>
          <a:off x="119748" y="3427980"/>
          <a:ext cx="217724" cy="21751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A9774-FBEE-4102-8294-385195FFFF13}">
      <dsp:nvSpPr>
        <dsp:cNvPr id="0" name=""/>
        <dsp:cNvSpPr/>
      </dsp:nvSpPr>
      <dsp:spPr>
        <a:xfrm>
          <a:off x="457220" y="3338997"/>
          <a:ext cx="7029426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Authentication:</a:t>
          </a:r>
          <a:r>
            <a:rPr lang="en-US" sz="1400" kern="1200"/>
            <a:t> Managed Identity (markcapstoneadls_credential) validated for all access modes.</a:t>
          </a:r>
        </a:p>
      </dsp:txBody>
      <dsp:txXfrm>
        <a:off x="457220" y="3338997"/>
        <a:ext cx="7029426" cy="444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43201-73D2-4E52-BC5C-9E626DA5E25B}">
      <dsp:nvSpPr>
        <dsp:cNvPr id="0" name=""/>
        <dsp:cNvSpPr/>
      </dsp:nvSpPr>
      <dsp:spPr>
        <a:xfrm>
          <a:off x="0" y="1571"/>
          <a:ext cx="7543800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8F2E4-BDF2-4CDB-A8F0-F8565E249866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64344-7BEE-40B6-814E-9AEF76AE2B1A}">
      <dsp:nvSpPr>
        <dsp:cNvPr id="0" name=""/>
        <dsp:cNvSpPr/>
      </dsp:nvSpPr>
      <dsp:spPr>
        <a:xfrm>
          <a:off x="919851" y="157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Resource set: Storage Account, VNet, Key Vault, Databricks Workspace, Function App, Monitoring (Log Analytics).</a:t>
          </a:r>
          <a:endParaRPr lang="en-US" sz="1500" kern="1200"/>
        </a:p>
      </dsp:txBody>
      <dsp:txXfrm>
        <a:off x="919851" y="1571"/>
        <a:ext cx="6623948" cy="796407"/>
      </dsp:txXfrm>
    </dsp:sp>
    <dsp:sp modelId="{BE401334-177D-45A0-9A14-C662AD52790D}">
      <dsp:nvSpPr>
        <dsp:cNvPr id="0" name=""/>
        <dsp:cNvSpPr/>
      </dsp:nvSpPr>
      <dsp:spPr>
        <a:xfrm>
          <a:off x="0" y="997081"/>
          <a:ext cx="7543800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FBA96-9D61-44C9-8196-85130AE769F7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DCCDA-4B8A-4BA3-9A95-5EBAF277EC36}">
      <dsp:nvSpPr>
        <dsp:cNvPr id="0" name=""/>
        <dsp:cNvSpPr/>
      </dsp:nvSpPr>
      <dsp:spPr>
        <a:xfrm>
          <a:off x="919851" y="99708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Logical grouping mirrors ETL flow → data landing, processing, orchestration, logging.</a:t>
          </a:r>
          <a:endParaRPr lang="en-US" sz="1500" kern="1200"/>
        </a:p>
      </dsp:txBody>
      <dsp:txXfrm>
        <a:off x="919851" y="997081"/>
        <a:ext cx="6623948" cy="796407"/>
      </dsp:txXfrm>
    </dsp:sp>
    <dsp:sp modelId="{3FD94862-4413-4188-856F-C57C8A8E0C20}">
      <dsp:nvSpPr>
        <dsp:cNvPr id="0" name=""/>
        <dsp:cNvSpPr/>
      </dsp:nvSpPr>
      <dsp:spPr>
        <a:xfrm>
          <a:off x="0" y="1992590"/>
          <a:ext cx="7543800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72F75-8211-4903-914F-276D8842022A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AEC0-D882-42C2-A1B2-9CB58AC6946A}">
      <dsp:nvSpPr>
        <dsp:cNvPr id="0" name=""/>
        <dsp:cNvSpPr/>
      </dsp:nvSpPr>
      <dsp:spPr>
        <a:xfrm>
          <a:off x="919851" y="199259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Naming standards documented in infrastructure/naming_conventions.md.</a:t>
          </a:r>
          <a:endParaRPr lang="en-US" sz="1500" kern="1200"/>
        </a:p>
      </dsp:txBody>
      <dsp:txXfrm>
        <a:off x="919851" y="1992590"/>
        <a:ext cx="6623948" cy="796407"/>
      </dsp:txXfrm>
    </dsp:sp>
    <dsp:sp modelId="{582EB7F1-835C-4AE2-BB34-C6AD1683934D}">
      <dsp:nvSpPr>
        <dsp:cNvPr id="0" name=""/>
        <dsp:cNvSpPr/>
      </dsp:nvSpPr>
      <dsp:spPr>
        <a:xfrm>
          <a:off x="0" y="2988100"/>
          <a:ext cx="7543800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54BCC-A668-41AA-B570-8503FB6E986C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E7311-FA3D-4E9E-B4C9-EB5EEB3E629C}">
      <dsp:nvSpPr>
        <dsp:cNvPr id="0" name=""/>
        <dsp:cNvSpPr/>
      </dsp:nvSpPr>
      <dsp:spPr>
        <a:xfrm>
          <a:off x="919851" y="298810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Architecture follows Azure best practices for modular, secure, and scalable data pipelines: separation of storage, compute, orchestration, and monitoring layers</a:t>
          </a:r>
        </a:p>
      </dsp:txBody>
      <dsp:txXfrm>
        <a:off x="919851" y="2988100"/>
        <a:ext cx="6623948" cy="7964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519DB-9D1A-41E3-971B-F425E3FE8086}">
      <dsp:nvSpPr>
        <dsp:cNvPr id="0" name=""/>
        <dsp:cNvSpPr/>
      </dsp:nvSpPr>
      <dsp:spPr>
        <a:xfrm>
          <a:off x="0" y="0"/>
          <a:ext cx="5879300" cy="782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All templates tested with </a:t>
          </a:r>
          <a:r>
            <a:rPr lang="en-US" sz="2000" b="0" i="0" kern="1200" baseline="0" dirty="0" err="1"/>
            <a:t>az</a:t>
          </a:r>
          <a:r>
            <a:rPr lang="en-US" sz="2000" b="0" i="0" kern="1200" baseline="0" dirty="0"/>
            <a:t> deployment group what-if.</a:t>
          </a:r>
          <a:endParaRPr lang="en-US" sz="2000" kern="1200" dirty="0"/>
        </a:p>
      </dsp:txBody>
      <dsp:txXfrm>
        <a:off x="22909" y="22909"/>
        <a:ext cx="4969193" cy="736343"/>
      </dsp:txXfrm>
    </dsp:sp>
    <dsp:sp modelId="{1CC10EAA-8F68-4CEC-9319-54B8EAF2DD2C}">
      <dsp:nvSpPr>
        <dsp:cNvPr id="0" name=""/>
        <dsp:cNvSpPr/>
      </dsp:nvSpPr>
      <dsp:spPr>
        <a:xfrm>
          <a:off x="492391" y="924373"/>
          <a:ext cx="5879300" cy="782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Simulated deployments confirmed no schema errors or dependency conflicts.</a:t>
          </a:r>
          <a:endParaRPr lang="en-US" sz="2000" kern="1200"/>
        </a:p>
      </dsp:txBody>
      <dsp:txXfrm>
        <a:off x="515300" y="947282"/>
        <a:ext cx="4832686" cy="736343"/>
      </dsp:txXfrm>
    </dsp:sp>
    <dsp:sp modelId="{D43DEDE6-214E-4A3B-93A3-D9C9B714F960}">
      <dsp:nvSpPr>
        <dsp:cNvPr id="0" name=""/>
        <dsp:cNvSpPr/>
      </dsp:nvSpPr>
      <dsp:spPr>
        <a:xfrm>
          <a:off x="977433" y="1848746"/>
          <a:ext cx="5879300" cy="7821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Zero cost incurred — no resources provisioned.</a:t>
          </a:r>
          <a:endParaRPr lang="en-US" sz="2000" kern="1200" dirty="0"/>
        </a:p>
      </dsp:txBody>
      <dsp:txXfrm>
        <a:off x="1000342" y="1871655"/>
        <a:ext cx="4840035" cy="736343"/>
      </dsp:txXfrm>
    </dsp:sp>
    <dsp:sp modelId="{4C3D755E-0D5F-4B34-9A1C-61D80F8871D6}">
      <dsp:nvSpPr>
        <dsp:cNvPr id="0" name=""/>
        <dsp:cNvSpPr/>
      </dsp:nvSpPr>
      <dsp:spPr>
        <a:xfrm>
          <a:off x="1469825" y="2773119"/>
          <a:ext cx="5879300" cy="7821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Bicep version and Azure CLI validated for compatibility.</a:t>
          </a:r>
          <a:endParaRPr lang="en-US" sz="2000" kern="1200" dirty="0"/>
        </a:p>
      </dsp:txBody>
      <dsp:txXfrm>
        <a:off x="1492734" y="2796028"/>
        <a:ext cx="4832686" cy="736343"/>
      </dsp:txXfrm>
    </dsp:sp>
    <dsp:sp modelId="{D506518B-D4C5-42C3-B3CC-DB22C479DBEC}">
      <dsp:nvSpPr>
        <dsp:cNvPr id="0" name=""/>
        <dsp:cNvSpPr/>
      </dsp:nvSpPr>
      <dsp:spPr>
        <a:xfrm>
          <a:off x="5370895" y="599064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85286" y="599064"/>
        <a:ext cx="279623" cy="382575"/>
      </dsp:txXfrm>
    </dsp:sp>
    <dsp:sp modelId="{24094E51-0BF9-4481-873A-39D94A7E7D3D}">
      <dsp:nvSpPr>
        <dsp:cNvPr id="0" name=""/>
        <dsp:cNvSpPr/>
      </dsp:nvSpPr>
      <dsp:spPr>
        <a:xfrm>
          <a:off x="5863287" y="1523437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77678" y="1523437"/>
        <a:ext cx="279623" cy="382575"/>
      </dsp:txXfrm>
    </dsp:sp>
    <dsp:sp modelId="{56AC7CE7-4602-4A2E-8642-34848CDD09F2}">
      <dsp:nvSpPr>
        <dsp:cNvPr id="0" name=""/>
        <dsp:cNvSpPr/>
      </dsp:nvSpPr>
      <dsp:spPr>
        <a:xfrm>
          <a:off x="6348329" y="2447810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62720" y="2447810"/>
        <a:ext cx="279623" cy="3825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44D42-D523-448A-9879-A8A76AC50E02}">
      <dsp:nvSpPr>
        <dsp:cNvPr id="0" name=""/>
        <dsp:cNvSpPr/>
      </dsp:nvSpPr>
      <dsp:spPr>
        <a:xfrm>
          <a:off x="0" y="47679"/>
          <a:ext cx="7543800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decisions prioritized cost-efficiency, maintainability, and alignment with Azure best practices</a:t>
          </a:r>
        </a:p>
      </dsp:txBody>
      <dsp:txXfrm>
        <a:off x="42722" y="90401"/>
        <a:ext cx="7458356" cy="789716"/>
      </dsp:txXfrm>
    </dsp:sp>
    <dsp:sp modelId="{154B5CAA-3E05-4DAE-8004-AA41D232C4CC}">
      <dsp:nvSpPr>
        <dsp:cNvPr id="0" name=""/>
        <dsp:cNvSpPr/>
      </dsp:nvSpPr>
      <dsp:spPr>
        <a:xfrm>
          <a:off x="0" y="986199"/>
          <a:ext cx="7543800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Chose Bicep over ARM JSON → cleaner syntax &amp; modular reuse.</a:t>
          </a:r>
        </a:p>
      </dsp:txBody>
      <dsp:txXfrm>
        <a:off x="42722" y="1028921"/>
        <a:ext cx="7458356" cy="789716"/>
      </dsp:txXfrm>
    </dsp:sp>
    <dsp:sp modelId="{1BF0EEAF-6734-4834-B3A8-887E5D589F1D}">
      <dsp:nvSpPr>
        <dsp:cNvPr id="0" name=""/>
        <dsp:cNvSpPr/>
      </dsp:nvSpPr>
      <dsp:spPr>
        <a:xfrm>
          <a:off x="0" y="1924720"/>
          <a:ext cx="7543800" cy="875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Deferred full monitoring deployment to Step 8 → avoid cost.</a:t>
          </a:r>
        </a:p>
      </dsp:txBody>
      <dsp:txXfrm>
        <a:off x="42722" y="1967442"/>
        <a:ext cx="7458356" cy="789716"/>
      </dsp:txXfrm>
    </dsp:sp>
    <dsp:sp modelId="{1EB16CBB-7365-4A0F-A0B1-DE58F21FF196}">
      <dsp:nvSpPr>
        <dsp:cNvPr id="0" name=""/>
        <dsp:cNvSpPr/>
      </dsp:nvSpPr>
      <dsp:spPr>
        <a:xfrm>
          <a:off x="0" y="2863240"/>
          <a:ext cx="754380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Simplified network segmentation → 1 </a:t>
          </a:r>
          <a:r>
            <a:rPr lang="en-US" sz="2200" kern="1200" dirty="0" err="1"/>
            <a:t>VNet</a:t>
          </a:r>
          <a:r>
            <a:rPr lang="en-US" sz="2200" kern="1200" dirty="0"/>
            <a:t> + subnets vs. multi-</a:t>
          </a:r>
          <a:r>
            <a:rPr lang="en-US" sz="2200" kern="1200" dirty="0" err="1"/>
            <a:t>VNet</a:t>
          </a:r>
          <a:r>
            <a:rPr lang="en-US" sz="2200" kern="1200" dirty="0"/>
            <a:t> for manageability</a:t>
          </a:r>
        </a:p>
      </dsp:txBody>
      <dsp:txXfrm>
        <a:off x="42722" y="2905962"/>
        <a:ext cx="7458356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A5632-20A2-439E-90A0-970E1BEEB5E7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6C3E4-4088-4CC7-ACB7-854AE9CA010D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367F4-00A2-4B1C-AF1B-1D973BFBC61F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Six Bicep modules + main.bicep validated green via what-if.</a:t>
          </a:r>
          <a:endParaRPr lang="en-US" sz="2200" kern="1200"/>
        </a:p>
      </dsp:txBody>
      <dsp:txXfrm>
        <a:off x="1372680" y="2344"/>
        <a:ext cx="3725575" cy="1188467"/>
      </dsp:txXfrm>
    </dsp:sp>
    <dsp:sp modelId="{BB53C8A3-A6C1-48A1-935C-997312601B3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CBC7C-0DC6-40A6-BA7A-77E3DB050F83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38E70-7066-4FEA-AA20-2457C54D9B2C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Architecture diagram and IaC definitions committed to step7-</a:t>
          </a:r>
          <a:r>
            <a:rPr lang="en-US" sz="2200" kern="1200"/>
            <a:t>submission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372680" y="1487929"/>
        <a:ext cx="3725575" cy="1188467"/>
      </dsp:txXfrm>
    </dsp:sp>
    <dsp:sp modelId="{22D156C1-DE3D-4B3E-95CA-E9E48438BB3F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56EF8-171B-47A1-91DB-EB1FBED30E6D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58709-B063-4F5A-9412-F123C2BABA6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No runtime cost incurred; environment ready for test deployment.</a:t>
          </a:r>
          <a:endParaRPr lang="en-US" sz="2200" kern="1200"/>
        </a:p>
      </dsp:txBody>
      <dsp:txXfrm>
        <a:off x="1372680" y="2973514"/>
        <a:ext cx="3725575" cy="1188467"/>
      </dsp:txXfrm>
    </dsp:sp>
    <dsp:sp modelId="{715162D9-B90A-4A54-A52D-85A35B1039DF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08B48-C09A-4739-898F-0C70C5AB6217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C23C-FE36-4C8F-B60B-F61633580B8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Step 7 rubric requirements fully met.</a:t>
          </a:r>
          <a:endParaRPr lang="en-US" sz="2200" kern="1200"/>
        </a:p>
      </dsp:txBody>
      <dsp:txXfrm>
        <a:off x="1372680" y="4459099"/>
        <a:ext cx="3725575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349E8-614F-4F74-AE9D-DECEBD0EA129}">
      <dsp:nvSpPr>
        <dsp:cNvPr id="0" name=""/>
        <dsp:cNvSpPr/>
      </dsp:nvSpPr>
      <dsp:spPr>
        <a:xfrm>
          <a:off x="0" y="93060"/>
          <a:ext cx="5098256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Artifacts Added:</a:t>
          </a:r>
          <a:endParaRPr lang="en-US" sz="2600" kern="1200"/>
        </a:p>
      </dsp:txBody>
      <dsp:txXfrm>
        <a:off x="50420" y="143480"/>
        <a:ext cx="4997416" cy="932014"/>
      </dsp:txXfrm>
    </dsp:sp>
    <dsp:sp modelId="{79FD4CA5-9D58-4C8B-A738-5F7D5E87E8E6}">
      <dsp:nvSpPr>
        <dsp:cNvPr id="0" name=""/>
        <dsp:cNvSpPr/>
      </dsp:nvSpPr>
      <dsp:spPr>
        <a:xfrm>
          <a:off x="0" y="1200794"/>
          <a:ext cx="5098256" cy="1032854"/>
        </a:xfrm>
        <a:prstGeom prst="roundRect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/tests/conftest.py — Spark/config fixtures</a:t>
          </a:r>
        </a:p>
      </dsp:txBody>
      <dsp:txXfrm>
        <a:off x="50420" y="1251214"/>
        <a:ext cx="4997416" cy="932014"/>
      </dsp:txXfrm>
    </dsp:sp>
    <dsp:sp modelId="{B5FBCC21-9BC8-4C61-B310-BFB3EE3CBDEC}">
      <dsp:nvSpPr>
        <dsp:cNvPr id="0" name=""/>
        <dsp:cNvSpPr/>
      </dsp:nvSpPr>
      <dsp:spPr>
        <a:xfrm>
          <a:off x="0" y="2308528"/>
          <a:ext cx="5098256" cy="1032854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/tests/test_spark_session.py — Spark session + edge cases</a:t>
          </a:r>
        </a:p>
      </dsp:txBody>
      <dsp:txXfrm>
        <a:off x="50420" y="2358948"/>
        <a:ext cx="4997416" cy="932014"/>
      </dsp:txXfrm>
    </dsp:sp>
    <dsp:sp modelId="{B83D232E-BBB0-452F-80A6-F73599D7D4B2}">
      <dsp:nvSpPr>
        <dsp:cNvPr id="0" name=""/>
        <dsp:cNvSpPr/>
      </dsp:nvSpPr>
      <dsp:spPr>
        <a:xfrm>
          <a:off x="0" y="3416263"/>
          <a:ext cx="5098256" cy="1032854"/>
        </a:xfrm>
        <a:prstGeom prst="roundRect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/tests/test_pipeline_config.py — Config + path verification</a:t>
          </a:r>
        </a:p>
      </dsp:txBody>
      <dsp:txXfrm>
        <a:off x="50420" y="3466683"/>
        <a:ext cx="4997416" cy="932014"/>
      </dsp:txXfrm>
    </dsp:sp>
    <dsp:sp modelId="{953FEE25-7E07-45DB-B1CD-8A3E93BE6DD6}">
      <dsp:nvSpPr>
        <dsp:cNvPr id="0" name=""/>
        <dsp:cNvSpPr/>
      </dsp:nvSpPr>
      <dsp:spPr>
        <a:xfrm>
          <a:off x="0" y="4523997"/>
          <a:ext cx="5098256" cy="1032854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test_report.txt — Coverage report (90 %)</a:t>
          </a:r>
        </a:p>
      </dsp:txBody>
      <dsp:txXfrm>
        <a:off x="50420" y="4574417"/>
        <a:ext cx="4997416" cy="93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542F69-D537-4F88-B182-1FE63738D82E}">
      <dsp:nvSpPr>
        <dsp:cNvPr id="0" name=""/>
        <dsp:cNvSpPr/>
      </dsp:nvSpPr>
      <dsp:spPr>
        <a:xfrm>
          <a:off x="0" y="0"/>
          <a:ext cx="50982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B28E6-B6CC-4977-A998-1E71C914B7A4}">
      <dsp:nvSpPr>
        <dsp:cNvPr id="0" name=""/>
        <dsp:cNvSpPr/>
      </dsp:nvSpPr>
      <dsp:spPr>
        <a:xfrm>
          <a:off x="0" y="0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Promoted tested Step 8 pipeline into </a:t>
          </a:r>
          <a:r>
            <a:rPr lang="en-US" sz="2800" b="1" i="0" kern="1200" baseline="0"/>
            <a:t>production-grade</a:t>
          </a:r>
          <a:r>
            <a:rPr lang="en-US" sz="2800" b="0" i="0" kern="1200" baseline="0"/>
            <a:t> Azure Databricks workspace</a:t>
          </a:r>
          <a:endParaRPr lang="en-US" sz="2800" kern="1200"/>
        </a:p>
      </dsp:txBody>
      <dsp:txXfrm>
        <a:off x="0" y="0"/>
        <a:ext cx="5098256" cy="1412477"/>
      </dsp:txXfrm>
    </dsp:sp>
    <dsp:sp modelId="{8F6426D1-D439-443B-9767-5C6C7343B799}">
      <dsp:nvSpPr>
        <dsp:cNvPr id="0" name=""/>
        <dsp:cNvSpPr/>
      </dsp:nvSpPr>
      <dsp:spPr>
        <a:xfrm>
          <a:off x="0" y="1412478"/>
          <a:ext cx="5098256" cy="0"/>
        </a:xfrm>
        <a:prstGeom prst="line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109E-9139-4A7A-A18A-9364FD0A10F0}">
      <dsp:nvSpPr>
        <dsp:cNvPr id="0" name=""/>
        <dsp:cNvSpPr/>
      </dsp:nvSpPr>
      <dsp:spPr>
        <a:xfrm>
          <a:off x="0" y="1412477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Environment upgraded to </a:t>
          </a:r>
          <a:r>
            <a:rPr lang="en-US" sz="2800" b="1" i="0" kern="1200" baseline="0"/>
            <a:t>Runtime 16 LTS (Spark 3.5 / Python 3.11)</a:t>
          </a:r>
          <a:endParaRPr lang="en-US" sz="2800" kern="1200"/>
        </a:p>
      </dsp:txBody>
      <dsp:txXfrm>
        <a:off x="0" y="1412477"/>
        <a:ext cx="5098256" cy="1412477"/>
      </dsp:txXfrm>
    </dsp:sp>
    <dsp:sp modelId="{74B68B9C-3D06-4820-ACE7-B62931C57F29}">
      <dsp:nvSpPr>
        <dsp:cNvPr id="0" name=""/>
        <dsp:cNvSpPr/>
      </dsp:nvSpPr>
      <dsp:spPr>
        <a:xfrm>
          <a:off x="0" y="2824956"/>
          <a:ext cx="5098256" cy="0"/>
        </a:xfrm>
        <a:prstGeom prst="line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CD507-19EF-4D10-B2E4-61C309B54CD9}">
      <dsp:nvSpPr>
        <dsp:cNvPr id="0" name=""/>
        <dsp:cNvSpPr/>
      </dsp:nvSpPr>
      <dsp:spPr>
        <a:xfrm>
          <a:off x="0" y="2824955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End-to-end Medallion run completed: </a:t>
          </a:r>
          <a:r>
            <a:rPr lang="en-US" sz="2800" b="1" i="0" kern="1200" baseline="0" dirty="0"/>
            <a:t>Bronze → Silver → Gold</a:t>
          </a:r>
          <a:endParaRPr lang="en-US" sz="2800" kern="1200" dirty="0"/>
        </a:p>
      </dsp:txBody>
      <dsp:txXfrm>
        <a:off x="0" y="2824955"/>
        <a:ext cx="5098256" cy="1412477"/>
      </dsp:txXfrm>
    </dsp:sp>
    <dsp:sp modelId="{115CF877-F06A-4E8C-8DEA-CE3EDBE88E1D}">
      <dsp:nvSpPr>
        <dsp:cNvPr id="0" name=""/>
        <dsp:cNvSpPr/>
      </dsp:nvSpPr>
      <dsp:spPr>
        <a:xfrm>
          <a:off x="0" y="4237434"/>
          <a:ext cx="5098256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A6A6-DF2C-45A4-A768-AFF5C04C93AA}">
      <dsp:nvSpPr>
        <dsp:cNvPr id="0" name=""/>
        <dsp:cNvSpPr/>
      </dsp:nvSpPr>
      <dsp:spPr>
        <a:xfrm>
          <a:off x="0" y="4237433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Outputs persisted to </a:t>
          </a:r>
          <a:r>
            <a:rPr lang="en-US" sz="2800" b="1" i="0" kern="1200" baseline="0"/>
            <a:t>ADLS Gen2 Gold</a:t>
          </a:r>
          <a:r>
            <a:rPr lang="en-US" sz="2800" b="0" i="0" kern="1200" baseline="0"/>
            <a:t> container with verified lineage</a:t>
          </a:r>
          <a:endParaRPr lang="en-US" sz="2800" kern="1200"/>
        </a:p>
      </dsp:txBody>
      <dsp:txXfrm>
        <a:off x="0" y="4237433"/>
        <a:ext cx="5098256" cy="14124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CAEA9-8D76-4250-A2CF-A5805B5D9521}">
      <dsp:nvSpPr>
        <dsp:cNvPr id="0" name=""/>
        <dsp:cNvSpPr/>
      </dsp:nvSpPr>
      <dsp:spPr>
        <a:xfrm>
          <a:off x="0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Same codebase</a:t>
          </a:r>
          <a:r>
            <a:rPr lang="en-US" sz="1900" b="0" i="0" kern="1200" baseline="0" dirty="0"/>
            <a:t>, new compute: migrated from Step 8 test cluster → Step 9 production cluster</a:t>
          </a:r>
          <a:endParaRPr lang="en-US" sz="1900" kern="1200" dirty="0"/>
        </a:p>
      </dsp:txBody>
      <dsp:txXfrm>
        <a:off x="0" y="149001"/>
        <a:ext cx="2554799" cy="1532879"/>
      </dsp:txXfrm>
    </dsp:sp>
    <dsp:sp modelId="{822942A0-162F-4BD7-BFC5-50E48329FDA2}">
      <dsp:nvSpPr>
        <dsp:cNvPr id="0" name=""/>
        <dsp:cNvSpPr/>
      </dsp:nvSpPr>
      <dsp:spPr>
        <a:xfrm>
          <a:off x="2810279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Environment upgrades:</a:t>
          </a:r>
          <a:r>
            <a:rPr lang="en-US" sz="1900" b="0" i="0" kern="1200" baseline="0"/>
            <a:t> Databricks Runtime 16 LTS (Spark 3.5 / Python 3.11)</a:t>
          </a:r>
          <a:endParaRPr lang="en-US" sz="1900" kern="1200"/>
        </a:p>
      </dsp:txBody>
      <dsp:txXfrm>
        <a:off x="2810279" y="149001"/>
        <a:ext cx="2554799" cy="1532879"/>
      </dsp:txXfrm>
    </dsp:sp>
    <dsp:sp modelId="{497D3671-3311-46A5-B59F-E2CC100AA784}">
      <dsp:nvSpPr>
        <dsp:cNvPr id="0" name=""/>
        <dsp:cNvSpPr/>
      </dsp:nvSpPr>
      <dsp:spPr>
        <a:xfrm>
          <a:off x="5620558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Infrastructure-as-Code:</a:t>
          </a:r>
          <a:r>
            <a:rPr lang="en-US" sz="1900" b="0" i="0" kern="1200" baseline="0"/>
            <a:t> Deployed via </a:t>
          </a:r>
          <a:r>
            <a:rPr lang="en-US" sz="1900" b="1" i="0" kern="1200" baseline="0"/>
            <a:t>Bicep templates</a:t>
          </a:r>
          <a:r>
            <a:rPr lang="en-US" sz="1900" b="0" i="0" kern="1200" baseline="0"/>
            <a:t> to ensure reproducibility</a:t>
          </a:r>
          <a:endParaRPr lang="en-US" sz="1900" kern="1200"/>
        </a:p>
      </dsp:txBody>
      <dsp:txXfrm>
        <a:off x="5620558" y="149001"/>
        <a:ext cx="2554799" cy="1532879"/>
      </dsp:txXfrm>
    </dsp:sp>
    <dsp:sp modelId="{5C50F921-CBDA-4DCC-B09F-DBD412E5048E}">
      <dsp:nvSpPr>
        <dsp:cNvPr id="0" name=""/>
        <dsp:cNvSpPr/>
      </dsp:nvSpPr>
      <dsp:spPr>
        <a:xfrm>
          <a:off x="1405139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Configuration parity:</a:t>
          </a:r>
          <a:r>
            <a:rPr lang="en-US" sz="1900" b="0" i="0" kern="1200" baseline="0" dirty="0"/>
            <a:t> Identical storage paths, Key Vault secrets, and data lineage logic</a:t>
          </a:r>
          <a:endParaRPr lang="en-US" sz="1900" kern="1200" dirty="0"/>
        </a:p>
      </dsp:txBody>
      <dsp:txXfrm>
        <a:off x="1405139" y="1937360"/>
        <a:ext cx="2554799" cy="1532879"/>
      </dsp:txXfrm>
    </dsp:sp>
    <dsp:sp modelId="{90E6284A-64FF-4FC1-A824-6E98019158E3}">
      <dsp:nvSpPr>
        <dsp:cNvPr id="0" name=""/>
        <dsp:cNvSpPr/>
      </dsp:nvSpPr>
      <dsp:spPr>
        <a:xfrm>
          <a:off x="4215418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Goal:</a:t>
          </a:r>
          <a:r>
            <a:rPr lang="en-US" sz="1900" b="0" i="0" kern="1200" baseline="0"/>
            <a:t> Maintain code stability while scaling to process the entire TMDB + Discogs dataset</a:t>
          </a:r>
          <a:endParaRPr lang="en-US" sz="1900" kern="1200"/>
        </a:p>
      </dsp:txBody>
      <dsp:txXfrm>
        <a:off x="4215418" y="1937360"/>
        <a:ext cx="2554799" cy="15328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70A83-494C-4C4C-9EA7-FE9B4B96C0EC}">
      <dsp:nvSpPr>
        <dsp:cNvPr id="0" name=""/>
        <dsp:cNvSpPr/>
      </dsp:nvSpPr>
      <dsp:spPr>
        <a:xfrm>
          <a:off x="2827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Cluster</a:t>
          </a:r>
        </a:p>
      </dsp:txBody>
      <dsp:txXfrm>
        <a:off x="332035" y="170192"/>
        <a:ext cx="987624" cy="658415"/>
      </dsp:txXfrm>
    </dsp:sp>
    <dsp:sp modelId="{6BF4B97E-9DD9-43B2-96DD-F4BC0DC628F0}">
      <dsp:nvSpPr>
        <dsp:cNvPr id="0" name=""/>
        <dsp:cNvSpPr/>
      </dsp:nvSpPr>
      <dsp:spPr>
        <a:xfrm>
          <a:off x="1484262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Bicep Deploy</a:t>
          </a:r>
        </a:p>
      </dsp:txBody>
      <dsp:txXfrm>
        <a:off x="1813470" y="170192"/>
        <a:ext cx="987624" cy="658415"/>
      </dsp:txXfrm>
    </dsp:sp>
    <dsp:sp modelId="{C450E463-1E4C-48DF-A3A6-747CEAF56F3A}">
      <dsp:nvSpPr>
        <dsp:cNvPr id="0" name=""/>
        <dsp:cNvSpPr/>
      </dsp:nvSpPr>
      <dsp:spPr>
        <a:xfrm>
          <a:off x="2965698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 Cluster</a:t>
          </a:r>
        </a:p>
      </dsp:txBody>
      <dsp:txXfrm>
        <a:off x="3294906" y="170192"/>
        <a:ext cx="987624" cy="658415"/>
      </dsp:txXfrm>
    </dsp:sp>
    <dsp:sp modelId="{2F3BEF75-AD9D-4B0E-971F-CF3F5C1C1455}">
      <dsp:nvSpPr>
        <dsp:cNvPr id="0" name=""/>
        <dsp:cNvSpPr/>
      </dsp:nvSpPr>
      <dsp:spPr>
        <a:xfrm>
          <a:off x="4447133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ADLS Gold Outputs</a:t>
          </a:r>
        </a:p>
      </dsp:txBody>
      <dsp:txXfrm>
        <a:off x="4776341" y="170192"/>
        <a:ext cx="987624" cy="6584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C7F9E-0A7D-44B2-9D7F-AEE14A4EA31F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C79C1-BA71-4002-8FC1-306105836BB2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CEF46-FEEB-452A-B19C-A4BB06659E3C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Compute:</a:t>
          </a:r>
          <a:r>
            <a:rPr lang="en-US" sz="1300" b="0" i="0" kern="1200" baseline="0"/>
            <a:t> Azure Databricks cluster (capstone-prod-cluster) running Runtime 16 LTS</a:t>
          </a:r>
          <a:endParaRPr lang="en-US" sz="1300" kern="1200"/>
        </a:p>
      </dsp:txBody>
      <dsp:txXfrm>
        <a:off x="2133252" y="50295"/>
        <a:ext cx="1797800" cy="762703"/>
      </dsp:txXfrm>
    </dsp:sp>
    <dsp:sp modelId="{6AE92355-A9DA-41F3-8519-40B0713B6B03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992BA-D9F9-4EA4-8D73-0801E6F4583A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AB49F-3D9B-42FA-B130-06CAFCAE1FD3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Storage:</a:t>
          </a:r>
          <a:r>
            <a:rPr lang="en-US" sz="1300" b="0" i="0" kern="1200" baseline="0"/>
            <a:t> ADLS Gen2 containers — raw/, intermediate/, gold/</a:t>
          </a:r>
          <a:endParaRPr lang="en-US" sz="1300" kern="1200"/>
        </a:p>
      </dsp:txBody>
      <dsp:txXfrm>
        <a:off x="5170445" y="50295"/>
        <a:ext cx="1797800" cy="762703"/>
      </dsp:txXfrm>
    </dsp:sp>
    <dsp:sp modelId="{B1EF8579-FEAF-41FE-A7FA-B4026A1507D8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61B36-D01A-4140-9917-8AF580B3A06D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90912-3D8D-4BEC-9FFC-8328060695CA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Security:</a:t>
          </a:r>
          <a:r>
            <a:rPr lang="en-US" sz="1300" b="0" i="0" kern="1200" baseline="0"/>
            <a:t> Secrets managed via Azure Key Vault and Managed Identities</a:t>
          </a:r>
          <a:endParaRPr lang="en-US" sz="1300" kern="1200"/>
        </a:p>
      </dsp:txBody>
      <dsp:txXfrm>
        <a:off x="2133252" y="1428269"/>
        <a:ext cx="1797800" cy="762703"/>
      </dsp:txXfrm>
    </dsp:sp>
    <dsp:sp modelId="{DAB7B0CC-D517-4400-A0FD-E0D2B7B86B36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C5C87-B7A7-47E8-93C2-46722F464A1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20A8-3A5F-4C77-A79E-5B5FA67E16A3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Monitoring:</a:t>
          </a:r>
          <a:r>
            <a:rPr lang="en-US" sz="1300" b="0" i="0" kern="1200" baseline="0"/>
            <a:t> Integrated with Azure Log Analytics for telemetry and pipeline logging</a:t>
          </a:r>
          <a:endParaRPr lang="en-US" sz="1300" kern="1200"/>
        </a:p>
      </dsp:txBody>
      <dsp:txXfrm>
        <a:off x="5170445" y="1428269"/>
        <a:ext cx="1797800" cy="762703"/>
      </dsp:txXfrm>
    </dsp:sp>
    <dsp:sp modelId="{315F0C98-4D3E-48A3-A36A-75A36A03D9EA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5CED5-E66C-473F-ACB2-D6C0B464361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1D087-9E6E-4526-97D8-F0879FA8FB3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IaC:</a:t>
          </a:r>
          <a:r>
            <a:rPr lang="en-US" sz="1300" b="0" i="0" kern="1200" baseline="0"/>
            <a:t> Resources deployed through modular </a:t>
          </a:r>
          <a:r>
            <a:rPr lang="en-US" sz="1300" b="1" i="0" kern="1200" baseline="0"/>
            <a:t>Bicep templates</a:t>
          </a:r>
          <a:r>
            <a:rPr lang="en-US" sz="1300" b="0" i="0" kern="1200" baseline="0"/>
            <a:t> (main.bicep, databricks.bicep, etc.)</a:t>
          </a:r>
          <a:endParaRPr lang="en-US" sz="1300" kern="1200"/>
        </a:p>
      </dsp:txBody>
      <dsp:txXfrm>
        <a:off x="2133252" y="2806243"/>
        <a:ext cx="1797800" cy="7627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FA4A7-4931-4670-B185-7B6553E1AF4D}">
      <dsp:nvSpPr>
        <dsp:cNvPr id="0" name=""/>
        <dsp:cNvSpPr/>
      </dsp:nvSpPr>
      <dsp:spPr>
        <a:xfrm>
          <a:off x="49520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Ephemeral job clusters</a:t>
          </a:r>
          <a:r>
            <a:rPr lang="en-US" sz="1400" b="0" i="0" kern="1200" baseline="0"/>
            <a:t> auto-terminate after completion (0 idle minutes)</a:t>
          </a:r>
          <a:endParaRPr lang="en-US" sz="1400" kern="1200"/>
        </a:p>
      </dsp:txBody>
      <dsp:txXfrm>
        <a:off x="495206" y="1498"/>
        <a:ext cx="1920963" cy="1152578"/>
      </dsp:txXfrm>
    </dsp:sp>
    <dsp:sp modelId="{928D308A-91F6-4A92-9C65-CBCF27476E22}">
      <dsp:nvSpPr>
        <dsp:cNvPr id="0" name=""/>
        <dsp:cNvSpPr/>
      </dsp:nvSpPr>
      <dsp:spPr>
        <a:xfrm>
          <a:off x="260826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Standard_DS3_v2 nodes</a:t>
          </a:r>
          <a:r>
            <a:rPr lang="en-US" sz="1400" b="0" i="0" kern="1200" baseline="0"/>
            <a:t> chosen for balanced CPU/memory performance</a:t>
          </a:r>
          <a:endParaRPr lang="en-US" sz="1400" kern="1200"/>
        </a:p>
      </dsp:txBody>
      <dsp:txXfrm>
        <a:off x="2608266" y="1498"/>
        <a:ext cx="1920963" cy="1152578"/>
      </dsp:txXfrm>
    </dsp:sp>
    <dsp:sp modelId="{27C99DDB-CD97-4CF4-A8CF-4BAD0282B39D}">
      <dsp:nvSpPr>
        <dsp:cNvPr id="0" name=""/>
        <dsp:cNvSpPr/>
      </dsp:nvSpPr>
      <dsp:spPr>
        <a:xfrm>
          <a:off x="49520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Spot VMs enabled</a:t>
          </a:r>
          <a:r>
            <a:rPr lang="en-US" sz="1400" b="0" i="0" kern="1200" baseline="0"/>
            <a:t> for non-critical tasks (~30 % savings)</a:t>
          </a:r>
          <a:endParaRPr lang="en-US" sz="1400" kern="1200"/>
        </a:p>
      </dsp:txBody>
      <dsp:txXfrm>
        <a:off x="495206" y="1346173"/>
        <a:ext cx="1920963" cy="1152578"/>
      </dsp:txXfrm>
    </dsp:sp>
    <dsp:sp modelId="{06EEA935-A9AE-4716-AC83-D3C502977BE1}">
      <dsp:nvSpPr>
        <dsp:cNvPr id="0" name=""/>
        <dsp:cNvSpPr/>
      </dsp:nvSpPr>
      <dsp:spPr>
        <a:xfrm>
          <a:off x="260826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Bicep deployment templates</a:t>
          </a:r>
          <a:r>
            <a:rPr lang="en-US" sz="1400" b="0" i="0" kern="1200" baseline="0"/>
            <a:t> ensure consistent resource creation and tear-down</a:t>
          </a:r>
          <a:endParaRPr lang="en-US" sz="1400" kern="1200"/>
        </a:p>
      </dsp:txBody>
      <dsp:txXfrm>
        <a:off x="2608266" y="1346173"/>
        <a:ext cx="1920963" cy="1152578"/>
      </dsp:txXfrm>
    </dsp:sp>
    <dsp:sp modelId="{CF01DA53-E661-4B49-B379-8B2FFE42DE11}">
      <dsp:nvSpPr>
        <dsp:cNvPr id="0" name=""/>
        <dsp:cNvSpPr/>
      </dsp:nvSpPr>
      <dsp:spPr>
        <a:xfrm>
          <a:off x="49520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Post-run cleanup script</a:t>
          </a:r>
          <a:r>
            <a:rPr lang="en-US" sz="1400" b="0" i="0" kern="1200" baseline="0"/>
            <a:t> removes temporary storage and network artifacts</a:t>
          </a:r>
          <a:endParaRPr lang="en-US" sz="1400" kern="1200"/>
        </a:p>
      </dsp:txBody>
      <dsp:txXfrm>
        <a:off x="495206" y="2690848"/>
        <a:ext cx="1920963" cy="1152578"/>
      </dsp:txXfrm>
    </dsp:sp>
    <dsp:sp modelId="{57CAEABF-58DD-4608-A919-69B810B84BCD}">
      <dsp:nvSpPr>
        <dsp:cNvPr id="0" name=""/>
        <dsp:cNvSpPr/>
      </dsp:nvSpPr>
      <dsp:spPr>
        <a:xfrm>
          <a:off x="260826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Result:</a:t>
          </a:r>
          <a:r>
            <a:rPr lang="en-US" sz="1400" b="0" i="0" kern="1200" baseline="0"/>
            <a:t> ≈ 78 % cost reduction vs persistent cluster baseline</a:t>
          </a:r>
          <a:endParaRPr lang="en-US" sz="1400" kern="1200"/>
        </a:p>
      </dsp:txBody>
      <dsp:txXfrm>
        <a:off x="2608266" y="2690848"/>
        <a:ext cx="1920963" cy="11525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6342F-A75C-42AC-B48F-A02C263B7ADA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C7D5B-649A-41F8-B2B1-B388CA196F67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429DA-00A7-4502-91DD-B80D87FEF34D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Gold dataset:</a:t>
          </a:r>
          <a:r>
            <a:rPr lang="en-US" sz="1100" b="0" i="0" kern="1200" baseline="0" dirty="0"/>
            <a:t> 1,709 strong TMDB–</a:t>
          </a:r>
          <a:r>
            <a:rPr lang="en-US" sz="1100" b="0" i="0" kern="1200" baseline="0" dirty="0" err="1"/>
            <a:t>Discogs</a:t>
          </a:r>
          <a:r>
            <a:rPr lang="en-US" sz="1100" b="0" i="0" kern="1200" baseline="0" dirty="0"/>
            <a:t> matches (≥ 85 % similarity)</a:t>
          </a:r>
          <a:endParaRPr lang="en-US" sz="1100" kern="1200" dirty="0"/>
        </a:p>
      </dsp:txBody>
      <dsp:txXfrm>
        <a:off x="2133252" y="50295"/>
        <a:ext cx="1797800" cy="762703"/>
      </dsp:txXfrm>
    </dsp:sp>
    <dsp:sp modelId="{9C91DB46-39E5-4450-9F23-A0B6131BBBA0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52844-9B1C-4F67-910C-A0C65ABDE307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C43A8-D55C-49A8-8B44-4B80AC95FB5A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Output location:</a:t>
          </a:r>
          <a:r>
            <a:rPr lang="en-US" sz="1100" b="0" i="0" kern="1200" baseline="0"/>
            <a:t> abfss://gold@ungcapstor01.dfs.core.windows.net/matches/</a:t>
          </a:r>
          <a:endParaRPr lang="en-US" sz="1100" kern="1200"/>
        </a:p>
      </dsp:txBody>
      <dsp:txXfrm>
        <a:off x="5170445" y="50295"/>
        <a:ext cx="1797800" cy="762703"/>
      </dsp:txXfrm>
    </dsp:sp>
    <dsp:sp modelId="{B4CBA3A0-6DAA-4706-A962-59AF404B8F17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464F9-3576-4316-8124-EF753E5F06BB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70CF0-53B8-4C22-831A-41F3FB1DA4C4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Schema verified:</a:t>
          </a:r>
          <a:r>
            <a:rPr lang="en-US" sz="1100" b="0" i="0" kern="1200" baseline="0"/>
            <a:t> match_id, tmdb_id, discogs_id, title, artist, score</a:t>
          </a:r>
          <a:endParaRPr lang="en-US" sz="1100" kern="1200"/>
        </a:p>
      </dsp:txBody>
      <dsp:txXfrm>
        <a:off x="2133252" y="1428269"/>
        <a:ext cx="1797800" cy="762703"/>
      </dsp:txXfrm>
    </dsp:sp>
    <dsp:sp modelId="{B86C5BD5-6EDC-44C5-AF43-C74B91791D10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1C0B2-7AD5-4C6E-8170-200A9B4B5B3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0B7A0-D1F7-4B30-AE84-A0A6CA70310B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JSON lineage log</a:t>
          </a:r>
          <a:r>
            <a:rPr lang="en-US" sz="1100" b="0" i="0" kern="1200" baseline="0"/>
            <a:t> captured and stored under /data/metrics/</a:t>
          </a:r>
          <a:endParaRPr lang="en-US" sz="1100" kern="1200"/>
        </a:p>
      </dsp:txBody>
      <dsp:txXfrm>
        <a:off x="5170445" y="1428269"/>
        <a:ext cx="1797800" cy="762703"/>
      </dsp:txXfrm>
    </dsp:sp>
    <dsp:sp modelId="{2E3BB75D-3371-4373-85E9-66FB87ED1269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A540A-D960-42D3-AC0F-7E348F637B0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08E51-62FF-478C-8446-2A1166CAF55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Validation:</a:t>
          </a:r>
          <a:r>
            <a:rPr lang="en-US" sz="1100" b="0" i="0" kern="1200" baseline="0"/>
            <a:t> Cross-checked schema, record counts, and Gold parquet integrity</a:t>
          </a:r>
          <a:endParaRPr lang="en-US" sz="1100" kern="1200"/>
        </a:p>
      </dsp:txBody>
      <dsp:txXfrm>
        <a:off x="2133252" y="2806243"/>
        <a:ext cx="1797800" cy="762703"/>
      </dsp:txXfrm>
    </dsp:sp>
    <dsp:sp modelId="{8AB1C7D4-B286-43F9-9A4D-0F7EDECBB162}">
      <dsp:nvSpPr>
        <dsp:cNvPr id="0" name=""/>
        <dsp:cNvSpPr/>
      </dsp:nvSpPr>
      <dsp:spPr>
        <a:xfrm>
          <a:off x="4244305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67DE-81D9-4DD7-8AA4-6937D22DCEE4}">
      <dsp:nvSpPr>
        <dsp:cNvPr id="0" name=""/>
        <dsp:cNvSpPr/>
      </dsp:nvSpPr>
      <dsp:spPr>
        <a:xfrm>
          <a:off x="4404473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35FE3-2E4C-40B8-BCAC-E3CA9456538F}">
      <dsp:nvSpPr>
        <dsp:cNvPr id="0" name=""/>
        <dsp:cNvSpPr/>
      </dsp:nvSpPr>
      <dsp:spPr>
        <a:xfrm>
          <a:off x="5170445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Next step:</a:t>
          </a:r>
          <a:r>
            <a:rPr lang="en-US" sz="1100" b="0" i="0" kern="1200" baseline="0"/>
            <a:t> Build monitoring dashboard (Step 10) in </a:t>
          </a:r>
          <a:r>
            <a:rPr lang="en-US" sz="1100" b="1" i="0" kern="1200" baseline="0"/>
            <a:t>Azure Log Analytics</a:t>
          </a:r>
          <a:r>
            <a:rPr lang="en-US" sz="1100" b="0" i="0" kern="1200" baseline="0"/>
            <a:t> for runtime and cost insights</a:t>
          </a:r>
          <a:endParaRPr lang="en-US" sz="1100" kern="1200"/>
        </a:p>
      </dsp:txBody>
      <dsp:txXfrm>
        <a:off x="5170445" y="2806243"/>
        <a:ext cx="1797800" cy="7627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4E00B-B900-43A7-83A2-CAD1348AFA31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26072-0CD4-4FBD-BB88-89350CF1BC00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E82D8-A942-44EA-B5BE-A18873D678A0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Fully serverless and modular — Python-based orchestration through Databricks Notebook Runner</a:t>
          </a:r>
        </a:p>
      </dsp:txBody>
      <dsp:txXfrm>
        <a:off x="1372680" y="2344"/>
        <a:ext cx="3725575" cy="1188467"/>
      </dsp:txXfrm>
    </dsp:sp>
    <dsp:sp modelId="{AE4E7CDF-02DD-42BA-8322-675BEA6245D1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BA191-FE2B-48E4-B14B-C2D6E490CACC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66C2A-8E69-4F36-A498-B7010B300472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Implements Medallion architecture (raw → intermediate → gold) for scalable and transparent data lineage</a:t>
          </a:r>
        </a:p>
      </dsp:txBody>
      <dsp:txXfrm>
        <a:off x="1372680" y="1487929"/>
        <a:ext cx="3725575" cy="1188467"/>
      </dsp:txXfrm>
    </dsp:sp>
    <dsp:sp modelId="{17595CF2-6CA5-4F10-9B70-9280FF9EA9E8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996C5-FC0B-417F-BF6E-B262A58E56EC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6F03F-D45F-4F0A-9859-BE5536D8902B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Schema-on-read design — eliminates rigid database schemas; final output persisted in Parquet format</a:t>
          </a:r>
        </a:p>
      </dsp:txBody>
      <dsp:txXfrm>
        <a:off x="1372680" y="2973514"/>
        <a:ext cx="3725575" cy="1188467"/>
      </dsp:txXfrm>
    </dsp:sp>
    <dsp:sp modelId="{C3D3CF05-8CCC-42B7-B9EC-98AAF9BDC237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D8316-4981-4C40-BAAB-8EBEC5721851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D0794-8F49-4036-B54B-9DE463E6AD96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Azure-native monitoring through Log Analytics and Function App logging</a:t>
          </a:r>
        </a:p>
      </dsp:txBody>
      <dsp:txXfrm>
        <a:off x="1372680" y="4459099"/>
        <a:ext cx="3725575" cy="118846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C144-C74B-4C1C-ACA8-D5D844B34F04}">
      <dsp:nvSpPr>
        <dsp:cNvPr id="0" name=""/>
        <dsp:cNvSpPr/>
      </dsp:nvSpPr>
      <dsp:spPr>
        <a:xfrm>
          <a:off x="0" y="1634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8A8B6-CF02-43E0-8454-880ACA513D72}">
      <dsp:nvSpPr>
        <dsp:cNvPr id="0" name=""/>
        <dsp:cNvSpPr/>
      </dsp:nvSpPr>
      <dsp:spPr>
        <a:xfrm>
          <a:off x="210629" y="158301"/>
          <a:ext cx="382963" cy="3829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084EF-9C14-493E-B6D4-2A3304255C6D}">
      <dsp:nvSpPr>
        <dsp:cNvPr id="0" name=""/>
        <dsp:cNvSpPr/>
      </dsp:nvSpPr>
      <dsp:spPr>
        <a:xfrm>
          <a:off x="804223" y="1634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Decisions:</a:t>
          </a:r>
        </a:p>
      </dsp:txBody>
      <dsp:txXfrm>
        <a:off x="804223" y="1634"/>
        <a:ext cx="4378567" cy="696297"/>
      </dsp:txXfrm>
    </dsp:sp>
    <dsp:sp modelId="{D5C4B69E-EDEC-4383-AA53-AE8F0E56D1BD}">
      <dsp:nvSpPr>
        <dsp:cNvPr id="0" name=""/>
        <dsp:cNvSpPr/>
      </dsp:nvSpPr>
      <dsp:spPr>
        <a:xfrm>
          <a:off x="0" y="872005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F97B3-04A3-4C23-BC57-2F2DDA42DDC0}">
      <dsp:nvSpPr>
        <dsp:cNvPr id="0" name=""/>
        <dsp:cNvSpPr/>
      </dsp:nvSpPr>
      <dsp:spPr>
        <a:xfrm>
          <a:off x="210629" y="1028672"/>
          <a:ext cx="382963" cy="3829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75123-25D5-471A-9B82-E68BE306488C}">
      <dsp:nvSpPr>
        <dsp:cNvPr id="0" name=""/>
        <dsp:cNvSpPr/>
      </dsp:nvSpPr>
      <dsp:spPr>
        <a:xfrm>
          <a:off x="804223" y="872005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Switched from MusicBrainz → Discogs to improve data quality and coverage</a:t>
          </a:r>
        </a:p>
      </dsp:txBody>
      <dsp:txXfrm>
        <a:off x="804223" y="872005"/>
        <a:ext cx="4378567" cy="696297"/>
      </dsp:txXfrm>
    </dsp:sp>
    <dsp:sp modelId="{3EF7C3B8-FBB1-4626-A5B7-67F5E45306FF}">
      <dsp:nvSpPr>
        <dsp:cNvPr id="0" name=""/>
        <dsp:cNvSpPr/>
      </dsp:nvSpPr>
      <dsp:spPr>
        <a:xfrm>
          <a:off x="0" y="1742377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E685C-0F38-4D6C-923B-627D89B9D824}">
      <dsp:nvSpPr>
        <dsp:cNvPr id="0" name=""/>
        <dsp:cNvSpPr/>
      </dsp:nvSpPr>
      <dsp:spPr>
        <a:xfrm>
          <a:off x="210629" y="1899044"/>
          <a:ext cx="382963" cy="3829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535F8-BE42-4A3B-8EEE-B4BEC888172E}">
      <dsp:nvSpPr>
        <dsp:cNvPr id="0" name=""/>
        <dsp:cNvSpPr/>
      </dsp:nvSpPr>
      <dsp:spPr>
        <a:xfrm>
          <a:off x="804223" y="1742377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Adopted Medallion architecture (raw/intermediate/gold) for logical organization</a:t>
          </a:r>
        </a:p>
      </dsp:txBody>
      <dsp:txXfrm>
        <a:off x="804223" y="1742377"/>
        <a:ext cx="4378567" cy="696297"/>
      </dsp:txXfrm>
    </dsp:sp>
    <dsp:sp modelId="{19C14F58-BF29-4AEA-A0BC-27CFB078C54A}">
      <dsp:nvSpPr>
        <dsp:cNvPr id="0" name=""/>
        <dsp:cNvSpPr/>
      </dsp:nvSpPr>
      <dsp:spPr>
        <a:xfrm>
          <a:off x="0" y="2612749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538D9-6F36-421C-B3A1-9A877409601C}">
      <dsp:nvSpPr>
        <dsp:cNvPr id="0" name=""/>
        <dsp:cNvSpPr/>
      </dsp:nvSpPr>
      <dsp:spPr>
        <a:xfrm>
          <a:off x="210629" y="2769416"/>
          <a:ext cx="382963" cy="3829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65312-AF4D-4B50-AFDF-50196767D042}">
      <dsp:nvSpPr>
        <dsp:cNvPr id="0" name=""/>
        <dsp:cNvSpPr/>
      </dsp:nvSpPr>
      <dsp:spPr>
        <a:xfrm>
          <a:off x="804223" y="2612749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Introduced Bicep templates to replace complex ARM JSON</a:t>
          </a:r>
        </a:p>
      </dsp:txBody>
      <dsp:txXfrm>
        <a:off x="804223" y="2612749"/>
        <a:ext cx="4378567" cy="696297"/>
      </dsp:txXfrm>
    </dsp:sp>
    <dsp:sp modelId="{EF9E28CB-731F-46FD-B2C1-0EC8D07C9A0F}">
      <dsp:nvSpPr>
        <dsp:cNvPr id="0" name=""/>
        <dsp:cNvSpPr/>
      </dsp:nvSpPr>
      <dsp:spPr>
        <a:xfrm>
          <a:off x="0" y="3483121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5A67F-A435-4395-9BCF-A487186870C4}">
      <dsp:nvSpPr>
        <dsp:cNvPr id="0" name=""/>
        <dsp:cNvSpPr/>
      </dsp:nvSpPr>
      <dsp:spPr>
        <a:xfrm>
          <a:off x="210629" y="3639788"/>
          <a:ext cx="382963" cy="3829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C408E-54EB-4676-B651-33D9B99986CA}">
      <dsp:nvSpPr>
        <dsp:cNvPr id="0" name=""/>
        <dsp:cNvSpPr/>
      </dsp:nvSpPr>
      <dsp:spPr>
        <a:xfrm>
          <a:off x="804223" y="3483121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Transitioned from relational tables → schema-on-read Parquet/JSON model</a:t>
          </a:r>
        </a:p>
      </dsp:txBody>
      <dsp:txXfrm>
        <a:off x="804223" y="3483121"/>
        <a:ext cx="4378567" cy="696297"/>
      </dsp:txXfrm>
    </dsp:sp>
    <dsp:sp modelId="{4FC2E7C5-E5CE-4527-A06E-FA45CAB5940F}">
      <dsp:nvSpPr>
        <dsp:cNvPr id="0" name=""/>
        <dsp:cNvSpPr/>
      </dsp:nvSpPr>
      <dsp:spPr>
        <a:xfrm>
          <a:off x="0" y="4353493"/>
          <a:ext cx="5182791" cy="69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78A44-5DBA-425C-AB4E-CF804AB2C42C}">
      <dsp:nvSpPr>
        <dsp:cNvPr id="0" name=""/>
        <dsp:cNvSpPr/>
      </dsp:nvSpPr>
      <dsp:spPr>
        <a:xfrm>
          <a:off x="210629" y="4510160"/>
          <a:ext cx="382963" cy="3829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B1778-6592-42D3-B48C-D7FBCBB76C74}">
      <dsp:nvSpPr>
        <dsp:cNvPr id="0" name=""/>
        <dsp:cNvSpPr/>
      </dsp:nvSpPr>
      <dsp:spPr>
        <a:xfrm>
          <a:off x="804223" y="4353493"/>
          <a:ext cx="4378567" cy="696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691" tIns="73691" rIns="73691" bIns="7369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Implemented Databricks bootstrap step to ensure environment consistency</a:t>
          </a:r>
        </a:p>
      </dsp:txBody>
      <dsp:txXfrm>
        <a:off x="804223" y="4353493"/>
        <a:ext cx="4378567" cy="69629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C155A-6466-439B-BDB2-DC533FC891FC}">
      <dsp:nvSpPr>
        <dsp:cNvPr id="0" name=""/>
        <dsp:cNvSpPr/>
      </dsp:nvSpPr>
      <dsp:spPr>
        <a:xfrm>
          <a:off x="820866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4C58A-F764-4F06-81E8-AED5493DC032}">
      <dsp:nvSpPr>
        <dsp:cNvPr id="0" name=""/>
        <dsp:cNvSpPr/>
      </dsp:nvSpPr>
      <dsp:spPr>
        <a:xfrm>
          <a:off x="1006421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60ECA-AEA4-4748-965E-C9F45661F07E}">
      <dsp:nvSpPr>
        <dsp:cNvPr id="0" name=""/>
        <dsp:cNvSpPr/>
      </dsp:nvSpPr>
      <dsp:spPr>
        <a:xfrm>
          <a:off x="542534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Lessons Learned</a:t>
          </a:r>
        </a:p>
      </dsp:txBody>
      <dsp:txXfrm>
        <a:off x="542534" y="1143684"/>
        <a:ext cx="1427343" cy="570937"/>
      </dsp:txXfrm>
    </dsp:sp>
    <dsp:sp modelId="{1BA650CE-F09A-48A6-B03A-D4D4827B727E}">
      <dsp:nvSpPr>
        <dsp:cNvPr id="0" name=""/>
        <dsp:cNvSpPr/>
      </dsp:nvSpPr>
      <dsp:spPr>
        <a:xfrm>
          <a:off x="2497995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A3D4F-A792-469C-942E-C9C4104C9031}">
      <dsp:nvSpPr>
        <dsp:cNvPr id="0" name=""/>
        <dsp:cNvSpPr/>
      </dsp:nvSpPr>
      <dsp:spPr>
        <a:xfrm>
          <a:off x="2683550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66B3C-17B4-4740-87F9-9F99BC838261}">
      <dsp:nvSpPr>
        <dsp:cNvPr id="0" name=""/>
        <dsp:cNvSpPr/>
      </dsp:nvSpPr>
      <dsp:spPr>
        <a:xfrm>
          <a:off x="2219663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Databricks cluster resets require on-demand environment setup</a:t>
          </a:r>
        </a:p>
      </dsp:txBody>
      <dsp:txXfrm>
        <a:off x="2219663" y="1143684"/>
        <a:ext cx="1427343" cy="570937"/>
      </dsp:txXfrm>
    </dsp:sp>
    <dsp:sp modelId="{29CA54B9-23BA-462D-979F-31932AA84109}">
      <dsp:nvSpPr>
        <dsp:cNvPr id="0" name=""/>
        <dsp:cNvSpPr/>
      </dsp:nvSpPr>
      <dsp:spPr>
        <a:xfrm>
          <a:off x="4175124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182F8-1B6A-40F1-B424-A95B46549BC3}">
      <dsp:nvSpPr>
        <dsp:cNvPr id="0" name=""/>
        <dsp:cNvSpPr/>
      </dsp:nvSpPr>
      <dsp:spPr>
        <a:xfrm>
          <a:off x="4360679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A85D4-7F05-4084-A734-FCAD7C8899E3}">
      <dsp:nvSpPr>
        <dsp:cNvPr id="0" name=""/>
        <dsp:cNvSpPr/>
      </dsp:nvSpPr>
      <dsp:spPr>
        <a:xfrm>
          <a:off x="3896792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Secrets management simplified with Azure Key Vault integration</a:t>
          </a:r>
        </a:p>
      </dsp:txBody>
      <dsp:txXfrm>
        <a:off x="3896792" y="1143684"/>
        <a:ext cx="1427343" cy="570937"/>
      </dsp:txXfrm>
    </dsp:sp>
    <dsp:sp modelId="{C7198E06-1902-48D4-A98C-369B7D4D66A3}">
      <dsp:nvSpPr>
        <dsp:cNvPr id="0" name=""/>
        <dsp:cNvSpPr/>
      </dsp:nvSpPr>
      <dsp:spPr>
        <a:xfrm>
          <a:off x="5852253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D4523-D8E2-4744-B6D6-3E8466C8814B}">
      <dsp:nvSpPr>
        <dsp:cNvPr id="0" name=""/>
        <dsp:cNvSpPr/>
      </dsp:nvSpPr>
      <dsp:spPr>
        <a:xfrm>
          <a:off x="6037808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8FEF0-3FC9-4779-BDBC-A48EABAD24FA}">
      <dsp:nvSpPr>
        <dsp:cNvPr id="0" name=""/>
        <dsp:cNvSpPr/>
      </dsp:nvSpPr>
      <dsp:spPr>
        <a:xfrm>
          <a:off x="5573921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Shift from RDBMS thinking to distributed data paradigms (Spark transformations)</a:t>
          </a:r>
        </a:p>
      </dsp:txBody>
      <dsp:txXfrm>
        <a:off x="5573921" y="1143684"/>
        <a:ext cx="1427343" cy="570937"/>
      </dsp:txXfrm>
    </dsp:sp>
    <dsp:sp modelId="{850CA3DA-484A-45E4-ABE3-B36E213962BE}">
      <dsp:nvSpPr>
        <dsp:cNvPr id="0" name=""/>
        <dsp:cNvSpPr/>
      </dsp:nvSpPr>
      <dsp:spPr>
        <a:xfrm>
          <a:off x="2497995" y="2071457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00918-A4EE-4EDB-AA49-7203B948E873}">
      <dsp:nvSpPr>
        <dsp:cNvPr id="0" name=""/>
        <dsp:cNvSpPr/>
      </dsp:nvSpPr>
      <dsp:spPr>
        <a:xfrm>
          <a:off x="2683550" y="2257012"/>
          <a:ext cx="499570" cy="4995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6CE8A-741A-4BD9-9F2A-F45F107DB5FE}">
      <dsp:nvSpPr>
        <dsp:cNvPr id="0" name=""/>
        <dsp:cNvSpPr/>
      </dsp:nvSpPr>
      <dsp:spPr>
        <a:xfrm>
          <a:off x="2219663" y="3213332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Modular pipeline scripts support incremental debugging and reruns</a:t>
          </a:r>
        </a:p>
      </dsp:txBody>
      <dsp:txXfrm>
        <a:off x="2219663" y="3213332"/>
        <a:ext cx="1427343" cy="570937"/>
      </dsp:txXfrm>
    </dsp:sp>
    <dsp:sp modelId="{5221D616-9CA2-42AB-9371-28808684D133}">
      <dsp:nvSpPr>
        <dsp:cNvPr id="0" name=""/>
        <dsp:cNvSpPr/>
      </dsp:nvSpPr>
      <dsp:spPr>
        <a:xfrm>
          <a:off x="4175124" y="2071457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3FD5B-ECCA-4537-9F1D-4514B452066C}">
      <dsp:nvSpPr>
        <dsp:cNvPr id="0" name=""/>
        <dsp:cNvSpPr/>
      </dsp:nvSpPr>
      <dsp:spPr>
        <a:xfrm>
          <a:off x="4360679" y="2257012"/>
          <a:ext cx="499570" cy="4995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C24EF-0586-4B8D-837B-06DAE93158CD}">
      <dsp:nvSpPr>
        <dsp:cNvPr id="0" name=""/>
        <dsp:cNvSpPr/>
      </dsp:nvSpPr>
      <dsp:spPr>
        <a:xfrm>
          <a:off x="3896792" y="3213332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Emphasized observability — success metrics, logging, and validation outputs</a:t>
          </a:r>
        </a:p>
      </dsp:txBody>
      <dsp:txXfrm>
        <a:off x="3896792" y="3213332"/>
        <a:ext cx="1427343" cy="570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3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7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9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5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8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6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3"/>
          </a:xfrm>
        </p:spPr>
        <p:txBody>
          <a:bodyPr>
            <a:normAutofit fontScale="90000"/>
          </a:bodyPr>
          <a:lstStyle/>
          <a:p>
            <a:r>
              <a:rPr sz="4000" dirty="0">
                <a:solidFill>
                  <a:schemeClr val="accent2"/>
                </a:solidFill>
              </a:rPr>
              <a:t>Step 4 – Data Exploration &amp;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4"/>
            <a:ext cx="8537608" cy="437218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b="1" dirty="0"/>
              <a:t>Focus</a:t>
            </a:r>
            <a:r>
              <a:rPr sz="1800" dirty="0"/>
              <a:t>: Cleaning, enriching, and validating the soundtrack dataset for </a:t>
            </a:r>
            <a:r>
              <a:rPr sz="1800" dirty="0" err="1"/>
              <a:t>TMDb</a:t>
            </a:r>
            <a:r>
              <a:rPr sz="1800" dirty="0"/>
              <a:t> integration.</a:t>
            </a:r>
          </a:p>
          <a:p>
            <a:pPr>
              <a:defRPr sz="1800"/>
            </a:pPr>
            <a:r>
              <a:rPr sz="1800" dirty="0"/>
              <a:t>Source data: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b="1" dirty="0"/>
              <a:t>Objective</a:t>
            </a:r>
            <a:r>
              <a:rPr sz="1800" dirty="0"/>
              <a:t>: Produce clean, standardized, and joinable music–movie data pairs for downstream modeling.</a:t>
            </a:r>
          </a:p>
          <a:p>
            <a:pPr>
              <a:defRPr sz="1800"/>
            </a:pPr>
            <a:r>
              <a:rPr sz="1800" b="1" dirty="0"/>
              <a:t>Cleaning &amp; Normalization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Parsed and normalized </a:t>
            </a:r>
            <a:r>
              <a:rPr sz="1800" dirty="0" err="1"/>
              <a:t>Discogs</a:t>
            </a:r>
            <a:r>
              <a:rPr sz="1800" dirty="0"/>
              <a:t> dataset (albums + </a:t>
            </a:r>
            <a:r>
              <a:rPr sz="1800" dirty="0" err="1"/>
              <a:t>tracklists</a:t>
            </a:r>
            <a:r>
              <a:rPr sz="1800" dirty="0"/>
              <a:t>).</a:t>
            </a:r>
          </a:p>
          <a:p>
            <a:pPr>
              <a:defRPr sz="1800"/>
            </a:pPr>
            <a:r>
              <a:rPr sz="1800" dirty="0"/>
              <a:t>- Applied </a:t>
            </a:r>
            <a:r>
              <a:rPr sz="1800" dirty="0" err="1"/>
              <a:t>normalize_title</a:t>
            </a:r>
            <a:r>
              <a:rPr sz="1800" dirty="0"/>
              <a:t>() for punctuation and case harmonization.</a:t>
            </a:r>
          </a:p>
          <a:p>
            <a:pPr>
              <a:defRPr sz="1800"/>
            </a:pPr>
            <a:r>
              <a:rPr sz="1800" dirty="0"/>
              <a:t>- Removed non-film or compilation releases; deduplicated by artist + year + title.</a:t>
            </a:r>
          </a:p>
          <a:p>
            <a:pPr>
              <a:defRPr sz="1800"/>
            </a:pPr>
            <a:r>
              <a:rPr sz="1800" b="1" dirty="0" err="1"/>
              <a:t>TMDb</a:t>
            </a:r>
            <a:r>
              <a:rPr sz="1800" b="1" dirty="0"/>
              <a:t> Enrichment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Retrieved film metadata and genres via </a:t>
            </a:r>
            <a:r>
              <a:rPr sz="1800" dirty="0" err="1"/>
              <a:t>TMDb</a:t>
            </a:r>
            <a:r>
              <a:rPr sz="1800" dirty="0"/>
              <a:t> API.</a:t>
            </a:r>
          </a:p>
          <a:p>
            <a:pPr>
              <a:defRPr sz="1800"/>
            </a:pPr>
            <a:r>
              <a:rPr sz="1800" dirty="0"/>
              <a:t>- Normalized multi-genre fields to relational form; enforced year alignment.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Matching Logic:</a:t>
            </a:r>
          </a:p>
          <a:p>
            <a:pPr>
              <a:defRPr sz="1800"/>
            </a:pPr>
            <a:r>
              <a:rPr sz="1800" dirty="0"/>
              <a:t>- Used </a:t>
            </a:r>
            <a:r>
              <a:rPr sz="1800" dirty="0" err="1"/>
              <a:t>RapidFuzz</a:t>
            </a:r>
            <a:r>
              <a:rPr sz="1800" dirty="0"/>
              <a:t> scoring for </a:t>
            </a:r>
            <a:r>
              <a:rPr sz="1800" dirty="0" err="1"/>
              <a:t>Discogs</a:t>
            </a:r>
            <a:r>
              <a:rPr sz="1800" dirty="0"/>
              <a:t>–</a:t>
            </a:r>
            <a:r>
              <a:rPr sz="1800" dirty="0" err="1"/>
              <a:t>TMDb</a:t>
            </a:r>
            <a:r>
              <a:rPr sz="1800" dirty="0"/>
              <a:t> pairs with hierarchical filtering (substring → year → fuzzy).</a:t>
            </a:r>
          </a:p>
          <a:p>
            <a:pPr>
              <a:defRPr sz="1800"/>
            </a:pPr>
            <a:r>
              <a:rPr sz="1800" dirty="0"/>
              <a:t>- Stored matches in data/intermediate/discogs_tmdb_matches.csv.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Outcome: Clean, deduplicated, enriched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 datasets ready for ETL prototyping.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438181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1800" b="1" dirty="0"/>
              <a:t>Goal</a:t>
            </a:r>
            <a:r>
              <a:rPr lang="en-US" sz="1800" dirty="0"/>
              <a:t>: Build a portable, reproducible ETL pipeline with modular stages.</a:t>
            </a:r>
          </a:p>
          <a:p>
            <a:pPr>
              <a:defRPr sz="1800"/>
            </a:pPr>
            <a:r>
              <a:rPr lang="en-US" sz="1800" b="1" dirty="0"/>
              <a:t>Key Milestones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Refactored pipeline logic into /scripts/ modules.</a:t>
            </a:r>
          </a:p>
          <a:p>
            <a:pPr>
              <a:defRPr sz="1800"/>
            </a:pPr>
            <a:r>
              <a:rPr lang="en-US" sz="1800" dirty="0"/>
              <a:t>- Added dynamic path resolution for cross-system reproducibility.</a:t>
            </a:r>
          </a:p>
          <a:p>
            <a:pPr>
              <a:defRPr sz="1800"/>
            </a:pPr>
            <a:r>
              <a:rPr lang="en-US" sz="1800" dirty="0"/>
              <a:t>- Created validation notebook (evidence/</a:t>
            </a:r>
            <a:r>
              <a:rPr lang="en-US" sz="1800" dirty="0" err="1"/>
              <a:t>validation.ipynb</a:t>
            </a:r>
            <a:r>
              <a:rPr lang="en-US" sz="1800" dirty="0"/>
              <a:t>) using </a:t>
            </a:r>
            <a:r>
              <a:rPr lang="en-US" sz="1800" dirty="0" err="1"/>
              <a:t>config.json</a:t>
            </a:r>
            <a:r>
              <a:rPr lang="en-US" sz="1800" dirty="0"/>
              <a:t> for path loading.</a:t>
            </a:r>
          </a:p>
          <a:p>
            <a:pPr>
              <a:defRPr sz="1800"/>
            </a:pPr>
            <a:r>
              <a:rPr lang="en-US" sz="1800" dirty="0"/>
              <a:t>- Verified reproducibility and match quality (score ≥ 0.8).</a:t>
            </a:r>
          </a:p>
          <a:p>
            <a:pPr>
              <a:defRPr sz="1800"/>
            </a:pPr>
            <a:r>
              <a:rPr lang="en-US" sz="1800" b="1" dirty="0"/>
              <a:t>Validation Results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~80% strong </a:t>
            </a:r>
            <a:r>
              <a:rPr lang="en-US" sz="1800" dirty="0" err="1"/>
              <a:t>Discogs</a:t>
            </a:r>
            <a:r>
              <a:rPr lang="en-US" sz="1800" dirty="0"/>
              <a:t>–</a:t>
            </a:r>
            <a:r>
              <a:rPr lang="en-US" sz="1800" dirty="0" err="1"/>
              <a:t>TMDb</a:t>
            </a:r>
            <a:r>
              <a:rPr lang="en-US" sz="1800" dirty="0"/>
              <a:t> matches (≥ 0.8 score).</a:t>
            </a:r>
          </a:p>
          <a:p>
            <a:pPr>
              <a:defRPr sz="1800"/>
            </a:pPr>
            <a:r>
              <a:rPr lang="en-US" sz="1800" dirty="0"/>
              <a:t>- Notebook executed fully from evidence/ without path errors.</a:t>
            </a:r>
          </a:p>
          <a:p>
            <a:pPr>
              <a:defRPr sz="1800"/>
            </a:pPr>
            <a:r>
              <a:rPr lang="en-US" sz="1800" dirty="0"/>
              <a:t>- Exported validation_summary.csv for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D09D-96D7-8DE0-38A8-24ADB26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ADF-35EE-BFA3-7241-E07EF94D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1F69-47FA-4B70-8065-C8B977B3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134022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b="1" dirty="0"/>
              <a:t>Validation Results (cont.)</a:t>
            </a:r>
            <a:r>
              <a:rPr lang="en-US" dirty="0"/>
              <a:t>:</a:t>
            </a:r>
          </a:p>
          <a:p>
            <a:pPr>
              <a:defRPr sz="1800"/>
            </a:pPr>
            <a:r>
              <a:rPr lang="en-US" dirty="0"/>
              <a:t>Outcome: Modular ETL pipeline validated and ready for Step 6 scaling (</a:t>
            </a:r>
            <a:r>
              <a:rPr lang="en-US" dirty="0" err="1"/>
              <a:t>PySpark</a:t>
            </a:r>
            <a:r>
              <a:rPr lang="en-US" dirty="0"/>
              <a:t> + Azure).</a:t>
            </a:r>
          </a:p>
        </p:txBody>
      </p:sp>
    </p:spTree>
    <p:extLst>
      <p:ext uri="{BB962C8B-B14F-4D97-AF65-F5344CB8AC3E}">
        <p14:creationId xmlns:p14="http://schemas.microsoft.com/office/powerpoint/2010/main" val="222406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3CF06-06D1-61E6-4CB6-03D5C77C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3E050-2829-9F5D-CF8F-6EBDC964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400" dirty="0" err="1">
                <a:solidFill>
                  <a:schemeClr val="accent2"/>
                </a:solidFill>
              </a:rPr>
              <a:t>PySpark</a:t>
            </a:r>
            <a:r>
              <a:rPr lang="en-US" sz="3400" dirty="0">
                <a:solidFill>
                  <a:schemeClr val="accent2"/>
                </a:solidFill>
              </a:rPr>
              <a:t> and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DA98-61E7-11F0-A43F-B71A2BCB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124862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Following prototype validation in Step 5, this phase scales the ETL pipeline to Databricks </a:t>
            </a:r>
            <a:r>
              <a:rPr lang="en-US" dirty="0" err="1"/>
              <a:t>PySpark</a:t>
            </a:r>
            <a:r>
              <a:rPr lang="en-US" dirty="0"/>
              <a:t> for distributed cloud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8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D85A-11E4-5F87-6B42-0D58341F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F702-3855-F57E-3A0C-9F03D70E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24A7-F8F8-BC81-AB73-172C01903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5"/>
            <a:ext cx="8104472" cy="3351908"/>
          </a:xfrm>
        </p:spPr>
        <p:txBody>
          <a:bodyPr>
            <a:normAutofit/>
          </a:bodyPr>
          <a:lstStyle/>
          <a:p>
            <a:r>
              <a:rPr lang="en-US" b="1" dirty="0"/>
              <a:t>Key Achievements:</a:t>
            </a:r>
            <a:endParaRPr lang="en-US" dirty="0"/>
          </a:p>
          <a:p>
            <a:r>
              <a:rPr lang="en-US" dirty="0"/>
              <a:t>Migrated legacy Python ETL scripts (extract_tmdb.py, extract_discogs.py) to </a:t>
            </a:r>
            <a:r>
              <a:rPr lang="en-US" dirty="0" err="1"/>
              <a:t>PySpark</a:t>
            </a:r>
            <a:r>
              <a:rPr lang="en-US" dirty="0"/>
              <a:t> equivalents (extract_spark_tmdb.py, extract_spark_discogs.py).</a:t>
            </a:r>
          </a:p>
          <a:p>
            <a:r>
              <a:rPr lang="en-US" dirty="0"/>
              <a:t>Implemented cluster-based execution with Databricks Runtime </a:t>
            </a:r>
            <a:r>
              <a:rPr lang="en-US" b="1" dirty="0"/>
              <a:t>14.3 LTS (Photon + Scala 2.12)</a:t>
            </a:r>
            <a:r>
              <a:rPr lang="en-US" dirty="0"/>
              <a:t> for optimized performance.</a:t>
            </a:r>
          </a:p>
          <a:p>
            <a:r>
              <a:rPr lang="en-US" dirty="0"/>
              <a:t>Integrated with </a:t>
            </a:r>
            <a:r>
              <a:rPr lang="en-US" b="1" dirty="0"/>
              <a:t>Azure Data Lake Storage Gen2 (</a:t>
            </a:r>
            <a:r>
              <a:rPr lang="en-US" b="1" dirty="0" err="1"/>
              <a:t>markcapstoneadls</a:t>
            </a:r>
            <a:r>
              <a:rPr lang="en-US" b="1" dirty="0"/>
              <a:t>)</a:t>
            </a:r>
            <a:r>
              <a:rPr lang="en-US" dirty="0"/>
              <a:t> via </a:t>
            </a:r>
            <a:r>
              <a:rPr lang="en-US" b="1" dirty="0"/>
              <a:t>Managed Identity</a:t>
            </a:r>
            <a:r>
              <a:rPr lang="en-US" dirty="0"/>
              <a:t>, eliminating manual key handling.</a:t>
            </a:r>
          </a:p>
        </p:txBody>
      </p:sp>
    </p:spTree>
    <p:extLst>
      <p:ext uri="{BB962C8B-B14F-4D97-AF65-F5344CB8AC3E}">
        <p14:creationId xmlns:p14="http://schemas.microsoft.com/office/powerpoint/2010/main" val="424684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F2385-F77A-AC44-5BD1-62ECB4EC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5615-5F19-E213-CC7F-9121CF61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0994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9E65-0828-EF59-ADBA-0A717B7C6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6625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55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B90C-0F07-DCB0-E3BB-AE248FB7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6AB0-EBC5-894F-2DF3-D7389357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2CDD-DF1A-CC55-9AB9-7ED05E3D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4"/>
            <a:ext cx="8104472" cy="4102679"/>
          </a:xfrm>
        </p:spPr>
        <p:txBody>
          <a:bodyPr>
            <a:normAutofit/>
          </a:bodyPr>
          <a:lstStyle/>
          <a:p>
            <a:r>
              <a:rPr lang="en-US" b="1" dirty="0"/>
              <a:t>Migration Highlights:</a:t>
            </a:r>
            <a:endParaRPr lang="en-US" dirty="0"/>
          </a:p>
          <a:p>
            <a:r>
              <a:rPr lang="en-US" dirty="0"/>
              <a:t>Converted sequential pandas-based transformations to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operations for distributed execution.</a:t>
            </a:r>
          </a:p>
          <a:p>
            <a:r>
              <a:rPr lang="en-US" dirty="0"/>
              <a:t>Replaced local file writes with abfss:// URIs targeting Azure storage.</a:t>
            </a:r>
          </a:p>
          <a:p>
            <a:r>
              <a:rPr lang="en-US" dirty="0"/>
              <a:t>Added modular Spark jobs with class-based structure (</a:t>
            </a:r>
            <a:r>
              <a:rPr lang="en-US" dirty="0" err="1"/>
              <a:t>ExtractSparkTMDB</a:t>
            </a:r>
            <a:r>
              <a:rPr lang="en-US" dirty="0"/>
              <a:t>, </a:t>
            </a:r>
            <a:r>
              <a:rPr lang="en-US" dirty="0" err="1"/>
              <a:t>ExtractSparkDiscogs</a:t>
            </a:r>
            <a:r>
              <a:rPr lang="en-US" dirty="0"/>
              <a:t>) extending a shared </a:t>
            </a:r>
            <a:r>
              <a:rPr lang="en-US" dirty="0" err="1"/>
              <a:t>BaseStep</a:t>
            </a:r>
            <a:r>
              <a:rPr lang="en-US" dirty="0"/>
              <a:t>.</a:t>
            </a:r>
          </a:p>
          <a:p>
            <a:r>
              <a:rPr lang="en-US" dirty="0"/>
              <a:t>Implemented consistent logging and debug statements using Python’s built-in logging library.</a:t>
            </a:r>
          </a:p>
          <a:p>
            <a:r>
              <a:rPr lang="en-US" dirty="0"/>
              <a:t>Validated job scalability and schema consistency via Parquet inspection commands in Databricks notebooks.</a:t>
            </a:r>
          </a:p>
        </p:txBody>
      </p:sp>
    </p:spTree>
    <p:extLst>
      <p:ext uri="{BB962C8B-B14F-4D97-AF65-F5344CB8AC3E}">
        <p14:creationId xmlns:p14="http://schemas.microsoft.com/office/powerpoint/2010/main" val="137842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35BC-8102-3974-249C-52AC9A3F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2E84-47EB-4FAA-71AA-541EFE75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D055D-B7B5-D37D-09C1-42E68ED40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19272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24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15BE-7630-F3CE-BBCC-94CC9D2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32F-FF0F-9FA0-3D87-CC559C7D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98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AFE248-0CDF-EA13-609E-099A95C74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268058"/>
              </p:ext>
            </p:extLst>
          </p:nvPr>
        </p:nvGraphicFramePr>
        <p:xfrm>
          <a:off x="822722" y="2426594"/>
          <a:ext cx="7543802" cy="312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0712">
                  <a:extLst>
                    <a:ext uri="{9D8B030D-6E8A-4147-A177-3AD203B41FA5}">
                      <a16:colId xmlns:a16="http://schemas.microsoft.com/office/drawing/2014/main" val="1589672374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138332270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239743738"/>
                    </a:ext>
                  </a:extLst>
                </a:gridCol>
              </a:tblGrid>
              <a:tr h="681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Metric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Before (Local Python)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After (</a:t>
                      </a:r>
                      <a:r>
                        <a:rPr lang="en-US" sz="1800" b="1" dirty="0" err="1"/>
                        <a:t>PySpark</a:t>
                      </a:r>
                      <a:r>
                        <a:rPr lang="en-US" sz="1800" b="1" dirty="0"/>
                        <a:t> on Databricks)</a:t>
                      </a:r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4108043728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Average extraction time (TMDB)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~4.2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02462209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extraction time (Discogs)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~5.1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1.6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77291885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volume processed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 MB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GB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525744305"/>
                  </a:ext>
                </a:extLst>
              </a:tr>
              <a:tr h="40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Throughput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~100 MB/min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~700 MB/min</a:t>
                      </a:r>
                      <a:endParaRPr lang="en-US" sz="1800" dirty="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12172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586C7-492D-ED48-3AF2-20F24710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A0C8B-79EC-DF5A-75E2-29695FE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6 – Scaling the Prototype to PySpark and Databricks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B4D5A6-6A46-27D7-2114-549F83E82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512" y="605896"/>
            <a:ext cx="4810247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dirty="0">
                <a:latin typeface="Calibri (Body)"/>
              </a:rPr>
              <a:t>Step 6 Completion &amp; Evidence Mapping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b="1" dirty="0"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Calibri (Body)"/>
              </a:rPr>
              <a:t>PySpark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migration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successfully validated via Databricks execution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Cluster scaling and cloud integration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demonstrated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ADLS Gen2 + Managed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implemented and verified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Logging, modularity, and OOP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maintained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All rubric deliverables 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— Step 6 completed and deployed to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3221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CD03-D108-8274-919D-56DFB372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AD51-50B3-86DC-A90D-4D618EA6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81408-3023-2E12-81C5-5A85CB817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22132" y="1820000"/>
            <a:ext cx="6944628" cy="433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06FB9-F380-0E22-770E-C3391E6D520D}"/>
              </a:ext>
            </a:extLst>
          </p:cNvPr>
          <p:cNvSpPr txBox="1"/>
          <p:nvPr/>
        </p:nvSpPr>
        <p:spPr>
          <a:xfrm>
            <a:off x="115503" y="1915427"/>
            <a:ext cx="1306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Cluster configuration in Databricks Compute pane.</a:t>
            </a:r>
          </a:p>
        </p:txBody>
      </p:sp>
    </p:spTree>
    <p:extLst>
      <p:ext uri="{BB962C8B-B14F-4D97-AF65-F5344CB8AC3E}">
        <p14:creationId xmlns:p14="http://schemas.microsoft.com/office/powerpoint/2010/main" val="20978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ED61-A3E4-7C5A-03AC-49502A72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B94B-C7A8-5791-040E-A129A580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1681E-A5A0-57B3-840F-D86231FD1AF0}"/>
              </a:ext>
            </a:extLst>
          </p:cNvPr>
          <p:cNvSpPr txBox="1"/>
          <p:nvPr/>
        </p:nvSpPr>
        <p:spPr>
          <a:xfrm>
            <a:off x="298384" y="1915427"/>
            <a:ext cx="1001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Notebook attached to active Databricks cluster (capstone-blob-cluster).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8CAA-535F-8401-8C02-443A252C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76011-5DFD-0BA6-C819-B30C3F7D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27" y="1845734"/>
            <a:ext cx="6587469" cy="4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1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8458-7F8A-F5A4-1E9F-1684FE6B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401D-4889-542F-2088-3258C01D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9596E-96F5-DF75-240F-718FD4E7539B}"/>
              </a:ext>
            </a:extLst>
          </p:cNvPr>
          <p:cNvSpPr txBox="1"/>
          <p:nvPr/>
        </p:nvSpPr>
        <p:spPr>
          <a:xfrm>
            <a:off x="298384" y="1915427"/>
            <a:ext cx="1001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Spark jobs confirming multi-node execution.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A3CFE-FA93-E411-A176-5626FFA6B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83" y="1846263"/>
            <a:ext cx="6094433" cy="44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5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98AC-9E67-EA15-667E-DA1A4E4C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0D6D-E4AE-2024-B464-4D8D24FE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5B852-6C7C-8276-3ADE-E8C505B8E5D8}"/>
              </a:ext>
            </a:extLst>
          </p:cNvPr>
          <p:cNvSpPr txBox="1"/>
          <p:nvPr/>
        </p:nvSpPr>
        <p:spPr>
          <a:xfrm>
            <a:off x="115503" y="1915427"/>
            <a:ext cx="9625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ADLS Gen2 raw container displaying Parquet outputs.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A1EFB-5DEB-2450-726E-1541F859A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A4183-EF89-418C-E9D3-C594AB87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" y="1934257"/>
            <a:ext cx="7608190" cy="29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3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Create the Deployment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800" b="1" dirty="0"/>
              <a:t>Overview:</a:t>
            </a:r>
            <a:br>
              <a:rPr lang="en-US" sz="1800" dirty="0"/>
            </a:br>
            <a:r>
              <a:rPr lang="fr-FR" dirty="0"/>
              <a:t>Codifies Azure </a:t>
            </a:r>
            <a:r>
              <a:rPr lang="fr-FR" dirty="0" err="1"/>
              <a:t>environment</a:t>
            </a:r>
            <a:r>
              <a:rPr lang="fr-FR" dirty="0"/>
              <a:t> </a:t>
            </a:r>
            <a:r>
              <a:rPr lang="fr-FR" dirty="0" err="1"/>
              <a:t>definitions</a:t>
            </a:r>
            <a:r>
              <a:rPr lang="fr-FR" dirty="0"/>
              <a:t> as Infrastructure-as-Code (</a:t>
            </a:r>
            <a:r>
              <a:rPr lang="fr-FR" dirty="0" err="1"/>
              <a:t>Bicep</a:t>
            </a:r>
            <a:r>
              <a:rPr lang="fr-FR" dirty="0"/>
              <a:t>).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0400-7C52-AF2D-31E7-A665173D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0782-FBD3-CE8C-6F68-F8F0D51E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897C4-776C-52E0-144F-ED604798B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713" y="4830716"/>
            <a:ext cx="83060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100" dirty="0">
                <a:solidFill>
                  <a:schemeClr val="tx1"/>
                </a:solidFill>
                <a:latin typeface="Calibri (Body)"/>
              </a:rPr>
              <a:t>Final architecture diagram completed in Draw.io (see /architecture/diagrams/Step7_Architecture_Diagram.drawio). A simplified view is shown here for reference; full diagram provided in the project repo.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8736C-5DC9-2A17-1D98-72C5549B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98" y="1782568"/>
            <a:ext cx="5038095" cy="2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8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7BA89-C70A-A3CD-A4F1-FE7EAC0F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E19-7A7A-EAA5-D830-D272C97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78180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561B69C0-A938-0463-E7F1-8968A6AB3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7010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90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9985-F6D1-8C4A-7747-5EB89AB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BDCE-70FA-3C20-74D6-B5C23D7D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Infrastructure Folder Structure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DC3514-461E-6731-9F30-88E1C8A52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966" y="1965927"/>
            <a:ext cx="83060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/infrastructure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b="1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                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← orchestrator / parent template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storage_account.bicep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← defines Azure Storage Account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vnet.bicep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    ← defines Virtual Network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keyvault.bicep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← defines Key Vault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databricks.bicep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Databricks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functionapp.bicep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← defines Azure Function App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└──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monitoring.bicep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Log Analytics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Each .bicep file represents one Azure resource.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links them all and manages dependency order using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dependsOn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All templates were validated locally via the Azure CLI “what-if” command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9548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31F9D-864E-7F85-CABD-747EB55C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A829-BD88-218E-6D64-85557FF7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86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Bicep Modules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7EEBC-BF44-783B-4235-76936FE1F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207913"/>
              </p:ext>
            </p:extLst>
          </p:nvPr>
        </p:nvGraphicFramePr>
        <p:xfrm>
          <a:off x="917412" y="2098515"/>
          <a:ext cx="7354421" cy="378608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00440">
                  <a:extLst>
                    <a:ext uri="{9D8B030D-6E8A-4147-A177-3AD203B41FA5}">
                      <a16:colId xmlns:a16="http://schemas.microsoft.com/office/drawing/2014/main" val="2132660718"/>
                    </a:ext>
                  </a:extLst>
                </a:gridCol>
                <a:gridCol w="3042663">
                  <a:extLst>
                    <a:ext uri="{9D8B030D-6E8A-4147-A177-3AD203B41FA5}">
                      <a16:colId xmlns:a16="http://schemas.microsoft.com/office/drawing/2014/main" val="3373492708"/>
                    </a:ext>
                  </a:extLst>
                </a:gridCol>
                <a:gridCol w="2111318">
                  <a:extLst>
                    <a:ext uri="{9D8B030D-6E8A-4147-A177-3AD203B41FA5}">
                      <a16:colId xmlns:a16="http://schemas.microsoft.com/office/drawing/2014/main" val="2692281586"/>
                    </a:ext>
                  </a:extLst>
                </a:gridCol>
              </a:tblGrid>
              <a:tr h="3591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Module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Purpose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Validated via what-if</a:t>
                      </a:r>
                      <a:endParaRPr lang="en-US" sz="1700" b="1" i="0" u="none" strike="noStrike"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22330536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storage_account.bicep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ADLS Gen2 raw + processed storage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481693490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vnet.bicep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Subnet isolation for Databricks + Functions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375577439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keyvault.bicep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Secrets and connection </a:t>
                      </a:r>
                      <a:r>
                        <a:rPr lang="en-US" sz="1700" b="0" u="none" strike="noStrike" err="1">
                          <a:effectLst/>
                        </a:rPr>
                        <a:t>mgmt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38828708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databricks.bicep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Spark compute workspace definition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2441348894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functionapp.bicep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Pipeline trigger/orchestration layer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444359005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monitoring.bicep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Log Analytics stub for future telemetry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91108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4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0ADB-2BCA-496B-142C-32418433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4E52-6277-657E-D663-EFF4CEF9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7" y="630004"/>
            <a:ext cx="7543800" cy="68680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Validation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4529-0BA9-DD39-5EA8-3A7488AF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37432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All ‘what-if’ checks confirmed zero schema or dependency errors; no resources deployed or costs incurred.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4B54F1-9519-40B2-561E-BD11712CAD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171248"/>
              </p:ext>
            </p:extLst>
          </p:nvPr>
        </p:nvGraphicFramePr>
        <p:xfrm>
          <a:off x="822722" y="2002054"/>
          <a:ext cx="7349126" cy="355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30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F357-F14F-60AB-436E-CA8B37A9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EF73-AC3C-7AD2-9BF6-443A3C40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Resource Validation Snapshots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EE6C6-7D86-8B5A-75C3-E2D089D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45734"/>
            <a:ext cx="7543801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module verified via </a:t>
            </a:r>
            <a:r>
              <a:rPr lang="en-US" dirty="0" err="1"/>
              <a:t>az</a:t>
            </a:r>
            <a:r>
              <a:rPr lang="en-US" dirty="0"/>
              <a:t> deployment group what-if — all resources resolved successfully, confirming deploy-readiness without cost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validation confirms deployment readiness for Step 8 testing.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E066308-812B-5AC2-F788-9ECFE672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226" y="1845734"/>
            <a:ext cx="8362071" cy="259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857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25786-2A61-8700-1820-E7337F95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91D7-9ABC-B500-AFF3-984540B5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22" y="407921"/>
            <a:ext cx="7543800" cy="11309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Trade-offs &amp; Design Decisions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56FB1C-FBB3-7CF3-1BA2-95906A366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2403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2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6605C-6E40-7B0F-49F1-3B3890C3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9C0AC-21DF-BA8B-7833-F2200F43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Completion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46C73A-25F0-8EBC-09EC-D0B58CFA6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5440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48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482EF-B60D-2E2C-E66D-EEDD680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342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87C5D-2C9B-C055-331F-BC82F741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7" y="643467"/>
            <a:ext cx="2600677" cy="557106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Step 8 — Testing &amp; Validation Strategy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434229" y="0"/>
            <a:ext cx="570977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F58B-4669-8E99-B237-93C970D15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21" y="288759"/>
            <a:ext cx="5351646" cy="6121666"/>
          </a:xfrm>
        </p:spPr>
        <p:txBody>
          <a:bodyPr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Purpose: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Validate runtime stability, configuration integrity, and Spark environment readiness through a formal, rubric-compliant testing framework.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Scope: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Configuration load and path validation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Spark session initialization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Environment edge cases (empty </a:t>
            </a:r>
            <a:r>
              <a:rPr lang="en-US" sz="1200" dirty="0" err="1">
                <a:solidFill>
                  <a:srgbClr val="FFFFFF"/>
                </a:solidFill>
              </a:rPr>
              <a:t>DataFrame</a:t>
            </a:r>
            <a:r>
              <a:rPr lang="en-US" sz="1200" dirty="0">
                <a:solidFill>
                  <a:srgbClr val="FFFFFF"/>
                </a:solidFill>
              </a:rPr>
              <a:t>, invalid key access)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Tooling: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+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-Cov</a:t>
            </a:r>
            <a:r>
              <a:rPr lang="en-US" sz="1200" dirty="0">
                <a:solidFill>
                  <a:srgbClr val="FFFFFF"/>
                </a:solidFill>
              </a:rPr>
              <a:t> for reproducible, unit-level testing</a:t>
            </a:r>
          </a:p>
          <a:p>
            <a:r>
              <a:rPr lang="en-US" sz="1200" dirty="0">
                <a:solidFill>
                  <a:srgbClr val="FFFFFF"/>
                </a:solidFill>
              </a:rPr>
              <a:t>Local + Databricks Repos execution compatibility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Approach: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Replaced notebook-only harness with modular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suite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Introduced fixtures for </a:t>
            </a:r>
            <a:r>
              <a:rPr lang="en-US" sz="1200" dirty="0" err="1">
                <a:solidFill>
                  <a:srgbClr val="FFFFFF"/>
                </a:solidFill>
              </a:rPr>
              <a:t>SparkSession</a:t>
            </a:r>
            <a:r>
              <a:rPr lang="en-US" sz="1200" dirty="0">
                <a:solidFill>
                  <a:srgbClr val="FFFFFF"/>
                </a:solidFill>
              </a:rPr>
              <a:t> and config.py imports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Automated coverage reporting via </a:t>
            </a:r>
            <a:r>
              <a:rPr lang="en-US" sz="1200" dirty="0" err="1">
                <a:solidFill>
                  <a:srgbClr val="FFFFFF"/>
                </a:solidFill>
              </a:rPr>
              <a:t>pytest</a:t>
            </a:r>
            <a:r>
              <a:rPr lang="en-US" sz="1200" dirty="0">
                <a:solidFill>
                  <a:srgbClr val="FFFFFF"/>
                </a:solidFill>
              </a:rPr>
              <a:t> --</a:t>
            </a:r>
            <a:r>
              <a:rPr lang="en-US" sz="1200" dirty="0" err="1">
                <a:solidFill>
                  <a:srgbClr val="FFFFFF"/>
                </a:solidFill>
              </a:rPr>
              <a:t>cov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>
                <a:solidFill>
                  <a:srgbClr val="FFFFFF"/>
                </a:solidFill>
              </a:rPr>
              <a:t>Outcome: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6 total tests executed, 0 failures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~90% coverage across test suite</a:t>
            </a:r>
          </a:p>
          <a:p>
            <a:r>
              <a:rPr lang="en-US" sz="1200" dirty="0">
                <a:solidFill>
                  <a:srgbClr val="FFFFFF"/>
                </a:solidFill>
              </a:rPr>
              <a:t>Cross-environment validation achieved (Databricks + local)</a:t>
            </a:r>
          </a:p>
        </p:txBody>
      </p:sp>
    </p:spTree>
    <p:extLst>
      <p:ext uri="{BB962C8B-B14F-4D97-AF65-F5344CB8AC3E}">
        <p14:creationId xmlns:p14="http://schemas.microsoft.com/office/powerpoint/2010/main" val="279841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E5AE5-BB7A-3B87-0F88-7475E037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BCAD1-A3A1-E0AF-0941-B5CAD5F9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8 — Runtime Validation 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D04C5-75D8-C1A3-8645-36C6D00B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69" y="1845733"/>
            <a:ext cx="5573002" cy="4443941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sz="2200" b="1" dirty="0"/>
              <a:t>Results Summary:</a:t>
            </a:r>
          </a:p>
          <a:p>
            <a:r>
              <a:rPr lang="en-US" sz="2400" dirty="0"/>
              <a:t>✔ </a:t>
            </a:r>
            <a:r>
              <a:rPr lang="en-US" sz="2200" dirty="0"/>
              <a:t>All six tests passed in 7.29 s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Coverage: 90 % overall (100 % core fixtures/config)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Environment stable, regression-ready for scaling</a:t>
            </a:r>
          </a:p>
          <a:p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0E53931-ED93-8703-F1EA-27F68E9E35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45531"/>
              </p:ext>
            </p:extLst>
          </p:nvPr>
        </p:nvGraphicFramePr>
        <p:xfrm>
          <a:off x="3456779" y="410801"/>
          <a:ext cx="5218327" cy="4584712"/>
        </p:xfrm>
        <a:graphic>
          <a:graphicData uri="http://schemas.openxmlformats.org/drawingml/2006/table">
            <a:tbl>
              <a:tblPr/>
              <a:tblGrid>
                <a:gridCol w="1874168">
                  <a:extLst>
                    <a:ext uri="{9D8B030D-6E8A-4147-A177-3AD203B41FA5}">
                      <a16:colId xmlns:a16="http://schemas.microsoft.com/office/drawing/2014/main" val="2549302269"/>
                    </a:ext>
                  </a:extLst>
                </a:gridCol>
                <a:gridCol w="1956338">
                  <a:extLst>
                    <a:ext uri="{9D8B030D-6E8A-4147-A177-3AD203B41FA5}">
                      <a16:colId xmlns:a16="http://schemas.microsoft.com/office/drawing/2014/main" val="1492783015"/>
                    </a:ext>
                  </a:extLst>
                </a:gridCol>
                <a:gridCol w="1387821">
                  <a:extLst>
                    <a:ext uri="{9D8B030D-6E8A-4147-A177-3AD203B41FA5}">
                      <a16:colId xmlns:a16="http://schemas.microsoft.com/office/drawing/2014/main" val="3312280169"/>
                    </a:ext>
                  </a:extLst>
                </a:gridCol>
              </a:tblGrid>
              <a:tr h="386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 b="1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Validation Target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Result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96124"/>
                  </a:ext>
                </a:extLst>
              </a:tr>
              <a:tr h="114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Config Import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config.py</a:t>
                      </a:r>
                      <a:r>
                        <a:rPr lang="en-US" sz="1600"/>
                        <a:t> constants, local &amp; ADLS path integrity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5446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Spark Session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Fixture-based session startup and teardown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53655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Path Verification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Directory creation and I/O checks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63853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Case – Empty DF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Empty DataFrame returns zero rows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598098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Edge Case – Config Key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Invalid key raises expected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186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51477-BF2C-5917-9171-3D6FDF5A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F7D90-8F4B-CDAE-4616-ECD92D0C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8 — Evidence &amp; Artifacts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0C2804B-6529-23BC-BA5D-BFCF053C2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09043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2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C8F61-1339-F8A7-95C8-5DA89184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6A428-1E9C-50A6-B6C1-1902CEEF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Step 9 : Production Deployment Overview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B2AE320D-C866-76AE-C9E4-D2ED50499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80728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620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12F11-E4A5-FCDA-10DC-BBD8FA8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1C29-DD0C-C84C-A43F-54847434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9: Migration Flow : Test → Production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BA5D4B33-19D2-9DC3-A57D-270F6D099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708165"/>
              </p:ext>
            </p:extLst>
          </p:nvPr>
        </p:nvGraphicFramePr>
        <p:xfrm>
          <a:off x="482599" y="335458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6AC004-C2A9-85F1-A9EA-A4212A468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55497"/>
              </p:ext>
            </p:extLst>
          </p:nvPr>
        </p:nvGraphicFramePr>
        <p:xfrm>
          <a:off x="1524000" y="3779360"/>
          <a:ext cx="6096000" cy="9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95257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B3104-CCB8-5CDA-752D-45CA4293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78FED-13FE-4FAD-F89E-83ACA567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700">
                <a:solidFill>
                  <a:srgbClr val="FFFFFF"/>
                </a:solidFill>
              </a:rPr>
              <a:t>Step 9: Final Production 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3BE722A7-076D-E5D8-BF71-0C74082EE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93992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678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342B9-013D-08BA-640E-FD52F37C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75A97-015B-AE03-2EA0-FC47D91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 anchor="ctr"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Execution Metrics &amp; Pipeline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15937-DBB5-483B-181C-3B75474BB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086678"/>
            <a:ext cx="7520940" cy="27254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records processed: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≈ 39,718 (10,000 TMDB + 29,718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Discogs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matches: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1,709 (47.4 % match rate)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Runtime: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26 min 23 sec on 2-node Databricks 16 LTS cluster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Gold layer Parquet files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wasbs://gold@ungcapstor01.blob.core.windows.net/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 lineage and schema validation checks passed (JSON audit log)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7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7A4A-89FA-8364-1D5A-1AB9E107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74D222-2F79-CF94-FFA6-EC0B08F04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AF5BE-0A0E-9518-FDF5-E75B9B38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2"/>
                </a:solidFill>
              </a:rPr>
              <a:t>Step 9 : Cost &amp; Resource Optimization Measures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8BCA47-7874-59A1-D5C5-DD5ABC8C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007E1-9ACE-EA3B-8B5A-6A1C5F21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DB771376-1AA1-4DD3-9885-1007698CFD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2638" y="2024063"/>
          <a:ext cx="5024437" cy="3844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503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30639-52D7-4736-D6EC-AC0BE704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3274A-51D1-E08E-9C62-2F1C4B9A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Gold Layer Outputs &amp; Next Steps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3F9E767C-8709-8978-4BC6-95607CEFF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504874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175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A672-D1FB-E6EC-E566-676D8FFE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F25312-ECE0-C187-CB70-488F86536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627EE8-20DC-8E1F-1C6F-FD5FCC3D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903BB-0BA7-C7FC-3BD5-1C26BEB6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Step 9 : Gold Parquet Preview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E6F1AB-CCAE-08BF-160A-EE153A02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52668A87-189D-8871-2395-2295FCF1A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800753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BE74A6B-9D3F-ADDD-9387-9C03298C1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2" y="868879"/>
            <a:ext cx="8921489" cy="38077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E7235-7FAB-1A13-2070-28D7500285DA}"/>
              </a:ext>
            </a:extLst>
          </p:cNvPr>
          <p:cNvSpPr txBox="1"/>
          <p:nvPr/>
        </p:nvSpPr>
        <p:spPr>
          <a:xfrm>
            <a:off x="800100" y="207017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TMDB Titles Meets </a:t>
            </a:r>
            <a:r>
              <a:rPr lang="en-US" sz="2800" dirty="0" err="1">
                <a:solidFill>
                  <a:schemeClr val="accent2"/>
                </a:solidFill>
              </a:rPr>
              <a:t>Discogs</a:t>
            </a:r>
            <a:r>
              <a:rPr lang="en-US" sz="2800" dirty="0">
                <a:solidFill>
                  <a:schemeClr val="accent2"/>
                </a:solidFill>
              </a:rPr>
              <a:t> Titles</a:t>
            </a:r>
          </a:p>
        </p:txBody>
      </p:sp>
    </p:spTree>
    <p:extLst>
      <p:ext uri="{BB962C8B-B14F-4D97-AF65-F5344CB8AC3E}">
        <p14:creationId xmlns:p14="http://schemas.microsoft.com/office/powerpoint/2010/main" val="1741343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BA799-C3D3-A587-7C2B-03778998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F96E0C-6EF9-DC54-0984-4E589494C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071B-6DDD-1719-A825-0DA0D56D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45" y="286603"/>
            <a:ext cx="5580599" cy="98393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10 : Snapshot of Metrics Visualized in Azure Log Analytics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F692A-556F-1929-27C0-FE756679E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A0E11D-EA47-92DC-F199-AA94210E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B80F5CA4-DABA-D33D-2D68-FDE06D10C7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29BCB-6BF6-A743-D1FA-FE212E32E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3" y="1714149"/>
            <a:ext cx="5811121" cy="4079878"/>
          </a:xfrm>
          <a:prstGeom prst="rect">
            <a:avLst/>
          </a:prstGeom>
          <a:ln w="19050">
            <a:solidFill>
              <a:schemeClr val="tx1">
                <a:alpha val="77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2646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B535B-B4DB-F449-430E-64A09568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975D7-0C50-9DF6-9AF8-479D55D4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10: Monitoring Strategy &amp; Rationale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CA493-CAA5-3CFB-6A52-8E28ECEE5248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selected metrics that provide visibility across the entire data pipeline lifecycle — ingestion, processing, and storage.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Storage metrics (latency, availability, and I/O volume) ensure that data movement between raw, intermediate, and gold layers remains reliable.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App logs capture ETL execution details, including error levels and function performance.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 egress, ingress, and transaction rates enables performance tuning and cost optimization.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Together, these metrics provide a balanced operational view of the pipeline’s health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2920136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5307F-8CA7-AA2C-90AC-C2B01D65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16933-D58C-9470-1F22-550A06FB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10: Monitoring Strategy &amp; Rationale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F2253-CB1A-6B4D-BA8D-F6AF586CC755}"/>
              </a:ext>
            </a:extLst>
          </p:cNvPr>
          <p:cNvSpPr txBox="1"/>
          <p:nvPr/>
        </p:nvSpPr>
        <p:spPr>
          <a:xfrm>
            <a:off x="369278" y="2653800"/>
            <a:ext cx="2313633" cy="33355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rgbClr val="FFFFFF"/>
                </a:solidFill>
              </a:rPr>
              <a:t>The 4-dashboard metrics: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8F986-F82B-48D5-3545-5A467A160750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D66ED1-BA0A-FA52-E47A-E09BAF52E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09281"/>
              </p:ext>
            </p:extLst>
          </p:nvPr>
        </p:nvGraphicFramePr>
        <p:xfrm>
          <a:off x="3556512" y="784319"/>
          <a:ext cx="5098562" cy="528936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2458572">
                  <a:extLst>
                    <a:ext uri="{9D8B030D-6E8A-4147-A177-3AD203B41FA5}">
                      <a16:colId xmlns:a16="http://schemas.microsoft.com/office/drawing/2014/main" val="162067658"/>
                    </a:ext>
                  </a:extLst>
                </a:gridCol>
                <a:gridCol w="2639990">
                  <a:extLst>
                    <a:ext uri="{9D8B030D-6E8A-4147-A177-3AD203B41FA5}">
                      <a16:colId xmlns:a16="http://schemas.microsoft.com/office/drawing/2014/main" val="2643392516"/>
                    </a:ext>
                  </a:extLst>
                </a:gridCol>
              </a:tblGrid>
              <a:tr h="507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28993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Storage Performance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Monitors latency and availability of blob storage to ensure stable data movement.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477428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Resource Usage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Tracks ingress, egress, and transaction rates for throughput and cost visibility.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489649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Blob Access Operations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Measures activity across raw, intermediate, and gold zones in the data lake.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059472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Function App Activity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Captures ETL execution logs and error levels from the Azure Function orchestrator.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4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45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401A5-E37D-D019-81E2-4184BAB1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E0791-C7F7-14BA-77A7-7855BCBB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Step 10 : Final Dashboard Top Half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85D20BD9-81C3-15CE-C946-F56153C51D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9A57A-86A4-FF9F-A56D-DB4BB1DF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21" y="613796"/>
            <a:ext cx="8312383" cy="416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1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57D83-8672-2A08-4C27-29FE3FCE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91C69-3855-45AC-52F2-9F0DED4E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Step 10 : Final Dashboard Bottom Half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8EE43-4D78-9AE0-D42C-BFEFA7793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9" y="652111"/>
            <a:ext cx="8322742" cy="4182177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755FF66F-A474-F095-B64F-2D974B8ECA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7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24063-2A31-E22C-30C7-8245F6E3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97EFC-6B1B-1F2C-E175-5B4879C3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Final Production Architecture – TMDB + Discogs ETL</a:t>
            </a:r>
            <a:endParaRPr lang="en-US" sz="3100" dirty="0">
              <a:solidFill>
                <a:srgbClr val="FFFFFF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00B6E9-E767-75D0-D8C0-4EAE4FDCE7F1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7" name="TextBox 6">
            <a:extLst>
              <a:ext uri="{FF2B5EF4-FFF2-40B4-BE49-F238E27FC236}">
                <a16:creationId xmlns:a16="http://schemas.microsoft.com/office/drawing/2014/main" id="{36907910-94D3-A576-BEEC-9FAFB300B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68690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5161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D5133-1550-52C2-B7FD-F54A4087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D587F-AA26-F3AC-E733-75E31F9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Engineering Takeaways and Design Rationale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79D28-4E6E-84FF-D1E0-6A7AD05A77FD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7" name="TextBox 6">
            <a:extLst>
              <a:ext uri="{FF2B5EF4-FFF2-40B4-BE49-F238E27FC236}">
                <a16:creationId xmlns:a16="http://schemas.microsoft.com/office/drawing/2014/main" id="{DEF0B0AD-4A96-FA91-4633-44D1B8DA39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5710010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329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6E942-CC5C-DB28-4F4B-71A57DBF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A29B-C59D-6D24-5D59-C6DE7CE9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Engineering Takeaways and Design Rationale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22198-A245-9EEB-1F5F-4D953729C94C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7" name="TextBox 6">
            <a:extLst>
              <a:ext uri="{FF2B5EF4-FFF2-40B4-BE49-F238E27FC236}">
                <a16:creationId xmlns:a16="http://schemas.microsoft.com/office/drawing/2014/main" id="{86F1DC8A-9964-C1FF-A06B-5280577D9D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96818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9669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15E02-A691-B92D-A08A-8DFC2076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E29E8-A1BF-F456-2A64-E3A66EB0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2" y="639097"/>
            <a:ext cx="255147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Next Steps and Opportunities for Expansion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56978" y="4343400"/>
            <a:ext cx="24003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8C120-2F2E-A2B1-1D0A-24F76DAE78C0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BBC3AD-0C16-9333-C64B-9FFCBEDBE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545211"/>
              </p:ext>
            </p:extLst>
          </p:nvPr>
        </p:nvGraphicFramePr>
        <p:xfrm>
          <a:off x="475499" y="1099052"/>
          <a:ext cx="5184163" cy="41362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61911">
                  <a:extLst>
                    <a:ext uri="{9D8B030D-6E8A-4147-A177-3AD203B41FA5}">
                      <a16:colId xmlns:a16="http://schemas.microsoft.com/office/drawing/2014/main" val="2580746036"/>
                    </a:ext>
                  </a:extLst>
                </a:gridCol>
                <a:gridCol w="2622252">
                  <a:extLst>
                    <a:ext uri="{9D8B030D-6E8A-4147-A177-3AD203B41FA5}">
                      <a16:colId xmlns:a16="http://schemas.microsoft.com/office/drawing/2014/main" val="2899534615"/>
                    </a:ext>
                  </a:extLst>
                </a:gridCol>
              </a:tblGrid>
              <a:tr h="433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Enhancement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505890"/>
                  </a:ext>
                </a:extLst>
              </a:tr>
              <a:tr h="87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Azure Data Factory Integration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Automate orchestration and monitoring through scheduled pipelines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195825"/>
                  </a:ext>
                </a:extLst>
              </a:tr>
              <a:tr h="652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Delta Lake Adoption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 ACID compliance and time travel to gold layer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029337"/>
                  </a:ext>
                </a:extLst>
              </a:tr>
              <a:tr h="652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Power BI / Synapse Analytics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Publish and visualize matched metadata sets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365170"/>
                  </a:ext>
                </a:extLst>
              </a:tr>
              <a:tr h="652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CI/CD via GitHub Actions</a:t>
                      </a:r>
                      <a:endParaRPr lang="it-IT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Automate infrastructure deployment and testing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97543"/>
                  </a:ext>
                </a:extLst>
              </a:tr>
              <a:tr h="87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Extended Metrics / Telemetry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Add Datadog or Application Insights for runtime health metrics</a:t>
                      </a:r>
                    </a:p>
                  </a:txBody>
                  <a:tcPr marL="176887" marR="88444" marT="88444" marB="88444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5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8895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287</TotalTime>
  <Words>2535</Words>
  <Application>Microsoft Office PowerPoint</Application>
  <PresentationFormat>On-screen Show (4:3)</PresentationFormat>
  <Paragraphs>323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 Unicode MS</vt:lpstr>
      <vt:lpstr>Arial</vt:lpstr>
      <vt:lpstr>Calibri</vt:lpstr>
      <vt:lpstr>Calibri (Body)</vt:lpstr>
      <vt:lpstr>Calibri Light</vt:lpstr>
      <vt:lpstr>Courier New</vt:lpstr>
      <vt:lpstr>Retrospect</vt:lpstr>
      <vt:lpstr>Step 4 – Data Exploration &amp; Enrichment</vt:lpstr>
      <vt:lpstr>Step 5 – Prototype Validation &amp; Automation</vt:lpstr>
      <vt:lpstr>Step 5 – Prototype Validation &amp; Automation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7 – Create the Deployment Architecture</vt:lpstr>
      <vt:lpstr>Step 7 – Architecture Artifacts</vt:lpstr>
      <vt:lpstr>Step 7 – Architecture Artifacts</vt:lpstr>
      <vt:lpstr>Step 7 – Infrastructure Folder Structure</vt:lpstr>
      <vt:lpstr>Step 7 – Bicep Modules Overview</vt:lpstr>
      <vt:lpstr>Step 7 – Validation Workflow</vt:lpstr>
      <vt:lpstr>Step 7 – Resource Validation Snapshots</vt:lpstr>
      <vt:lpstr>Step 7 – Architecture Trade-offs &amp; Design Decisions</vt:lpstr>
      <vt:lpstr>Step 7 – Completion Summary</vt:lpstr>
      <vt:lpstr>Step 8 — Testing &amp; Validation Strategy</vt:lpstr>
      <vt:lpstr>Step 8 — Runtime Validation Outcomes</vt:lpstr>
      <vt:lpstr>Step 8 — Evidence &amp; Artifacts </vt:lpstr>
      <vt:lpstr>Step 9 : Production Deployment Overview</vt:lpstr>
      <vt:lpstr>Step 9: Migration Flow : Test → Production</vt:lpstr>
      <vt:lpstr>Step 9: Final Production Architecture</vt:lpstr>
      <vt:lpstr>Step 9 : Execution Metrics &amp; Pipeline Results</vt:lpstr>
      <vt:lpstr>Step 9 : Cost &amp; Resource Optimization Measures</vt:lpstr>
      <vt:lpstr>Step 9 : Gold Layer Outputs &amp; Next Steps</vt:lpstr>
      <vt:lpstr>Step 9 : Gold Parquet Preview</vt:lpstr>
      <vt:lpstr>Step 10 : Snapshot of Metrics Visualized in Azure Log Analytics</vt:lpstr>
      <vt:lpstr>Step 10: Monitoring Strategy &amp; Rationale</vt:lpstr>
      <vt:lpstr>Step 10: Monitoring Strategy &amp; Rationale</vt:lpstr>
      <vt:lpstr>Step 10 : Final Dashboard Top Half</vt:lpstr>
      <vt:lpstr>Step 10 : Final Dashboard Bottom Half</vt:lpstr>
      <vt:lpstr>Final Production Architecture – TMDB + Discogs ETL</vt:lpstr>
      <vt:lpstr>Engineering Takeaways and Design Rationale</vt:lpstr>
      <vt:lpstr>Engineering Takeaways and Design Rationale</vt:lpstr>
      <vt:lpstr>Next Steps and Opportunities for Expansion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Holahan</cp:lastModifiedBy>
  <cp:revision>35</cp:revision>
  <dcterms:created xsi:type="dcterms:W3CDTF">2013-01-27T09:14:16Z</dcterms:created>
  <dcterms:modified xsi:type="dcterms:W3CDTF">2025-11-08T18:14:25Z</dcterms:modified>
  <cp:category/>
</cp:coreProperties>
</file>